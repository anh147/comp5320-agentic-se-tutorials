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5"/>
  </p:notesMasterIdLst>
  <p:sldIdLst>
    <p:sldId id="257" r:id="rId3"/>
    <p:sldId id="612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6"/>
  </p:normalViewPr>
  <p:slideViewPr>
    <p:cSldViewPr snapToGrid="0">
      <p:cViewPr varScale="1">
        <p:scale>
          <a:sx n="116" d="100"/>
          <a:sy n="116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7C590-75AE-284E-B683-75C2F7A0CB7A}" type="datetimeFigureOut">
              <a:rPr lang="en-VN" smtClean="0"/>
              <a:t>10/16/26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9C047-033E-9041-8F68-69CF59E12E0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5114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092200" y="3230563"/>
            <a:ext cx="8737600" cy="2643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49638" y="839788"/>
            <a:ext cx="4022725" cy="2263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9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60960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627888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7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97"/>
            </a:lvl1pPr>
            <a:lvl2pPr marL="418488" indent="0" algn="ctr">
              <a:buNone/>
              <a:defRPr sz="1831"/>
            </a:lvl2pPr>
            <a:lvl3pPr marL="836977" indent="0" algn="ctr">
              <a:buNone/>
              <a:defRPr sz="1647"/>
            </a:lvl3pPr>
            <a:lvl4pPr marL="1255464" indent="0" algn="ctr">
              <a:buNone/>
              <a:defRPr sz="1464"/>
            </a:lvl4pPr>
            <a:lvl5pPr marL="1673953" indent="0" algn="ctr">
              <a:buNone/>
              <a:defRPr sz="1464"/>
            </a:lvl5pPr>
            <a:lvl6pPr marL="2092441" indent="0" algn="ctr">
              <a:buNone/>
              <a:defRPr sz="1464"/>
            </a:lvl6pPr>
            <a:lvl7pPr marL="2510929" indent="0" algn="ctr">
              <a:buNone/>
              <a:defRPr sz="1464"/>
            </a:lvl7pPr>
            <a:lvl8pPr marL="2929417" indent="0" algn="ctr">
              <a:buNone/>
              <a:defRPr sz="1464"/>
            </a:lvl8pPr>
            <a:lvl9pPr marL="3347905" indent="0" algn="ctr">
              <a:buNone/>
              <a:defRPr sz="146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286F-3B79-47DD-B4AB-CF9262BA274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B5B0-D7EF-4AF8-9324-0F8294FC8D04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8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1pPr>
            <a:lvl2pPr marL="418488" indent="0">
              <a:buNone/>
              <a:defRPr sz="1831">
                <a:solidFill>
                  <a:schemeClr val="tx1">
                    <a:tint val="75000"/>
                  </a:schemeClr>
                </a:solidFill>
              </a:defRPr>
            </a:lvl2pPr>
            <a:lvl3pPr marL="836977" indent="0">
              <a:buNone/>
              <a:defRPr sz="1647">
                <a:solidFill>
                  <a:schemeClr val="tx1">
                    <a:tint val="75000"/>
                  </a:schemeClr>
                </a:solidFill>
              </a:defRPr>
            </a:lvl3pPr>
            <a:lvl4pPr marL="1255464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4pPr>
            <a:lvl5pPr marL="1673953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5pPr>
            <a:lvl6pPr marL="2092441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6pPr>
            <a:lvl7pPr marL="2510929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7pPr>
            <a:lvl8pPr marL="2929417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8pPr>
            <a:lvl9pPr marL="3347905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DD11-8D78-4E28-AF17-2BCD8FF8AF90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09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B370-002C-42C2-AF9D-76AFF8B714EF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2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D98-D908-42A0-BD26-9F4BB6DD8D6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1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575154"/>
          </a:xfrm>
        </p:spPr>
        <p:txBody>
          <a:bodyPr>
            <a:normAutofit/>
          </a:bodyPr>
          <a:lstStyle>
            <a:lvl1pPr>
              <a:defRPr sz="25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B8CF-264A-4D1E-B609-80DC3D6276E3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83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93028-83A9-494C-856E-9F9B50E18A5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13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2930"/>
            </a:lvl1pPr>
            <a:lvl2pPr>
              <a:defRPr sz="2563"/>
            </a:lvl2pPr>
            <a:lvl3pPr>
              <a:defRPr sz="2197"/>
            </a:lvl3pPr>
            <a:lvl4pPr>
              <a:defRPr sz="1831"/>
            </a:lvl4pPr>
            <a:lvl5pPr>
              <a:defRPr sz="1831"/>
            </a:lvl5pPr>
            <a:lvl6pPr>
              <a:defRPr sz="1831"/>
            </a:lvl6pPr>
            <a:lvl7pPr>
              <a:defRPr sz="1831"/>
            </a:lvl7pPr>
            <a:lvl8pPr>
              <a:defRPr sz="1831"/>
            </a:lvl8pPr>
            <a:lvl9pPr>
              <a:defRPr sz="18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20F6-D3C8-4ABF-840E-A0A6B712D63D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10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2930"/>
            </a:lvl1pPr>
            <a:lvl2pPr marL="418488" indent="0">
              <a:buNone/>
              <a:defRPr sz="2563"/>
            </a:lvl2pPr>
            <a:lvl3pPr marL="836977" indent="0">
              <a:buNone/>
              <a:defRPr sz="2197"/>
            </a:lvl3pPr>
            <a:lvl4pPr marL="1255464" indent="0">
              <a:buNone/>
              <a:defRPr sz="1831"/>
            </a:lvl4pPr>
            <a:lvl5pPr marL="1673953" indent="0">
              <a:buNone/>
              <a:defRPr sz="1831"/>
            </a:lvl5pPr>
            <a:lvl6pPr marL="2092441" indent="0">
              <a:buNone/>
              <a:defRPr sz="1831"/>
            </a:lvl6pPr>
            <a:lvl7pPr marL="2510929" indent="0">
              <a:buNone/>
              <a:defRPr sz="1831"/>
            </a:lvl7pPr>
            <a:lvl8pPr marL="2929417" indent="0">
              <a:buNone/>
              <a:defRPr sz="1831"/>
            </a:lvl8pPr>
            <a:lvl9pPr marL="3347905" indent="0">
              <a:buNone/>
              <a:defRPr sz="183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4A061-A3A4-4F28-BFBF-DB68608CD089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69262-F7F1-4587-9AC7-1347EB649FC8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39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01F4-5C53-4625-AC21-0FD87364DF29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2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109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13A4401-5792-45FD-9D47-40440E88AF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27708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95" imgH="394" progId="TCLayout.ActiveDocument.1">
                  <p:embed/>
                </p:oleObj>
              </mc:Choice>
              <mc:Fallback>
                <p:oleObj name="think-cell Slide" r:id="rId1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13A4401-5792-45FD-9D47-40440E88AF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1283630-E18F-48B7-8612-E4E88DD394A1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28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0B7F5-CCF6-4093-989D-75F2192D8F70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defTabSz="836977" rtl="0" eaLnBrk="1" latinLnBrk="0" hangingPunct="1">
        <a:lnSpc>
          <a:spcPct val="90000"/>
        </a:lnSpc>
        <a:spcBef>
          <a:spcPct val="0"/>
        </a:spcBef>
        <a:buNone/>
        <a:defRPr sz="40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244" indent="-209244" algn="l" defTabSz="836977" rtl="0" eaLnBrk="1" latinLnBrk="0" hangingPunct="1">
        <a:lnSpc>
          <a:spcPct val="90000"/>
        </a:lnSpc>
        <a:spcBef>
          <a:spcPts val="916"/>
        </a:spcBef>
        <a:buFont typeface="Arial" panose="020B0604020202020204" pitchFamily="34" charset="0"/>
        <a:buChar char="•"/>
        <a:defRPr sz="2563" kern="1200">
          <a:solidFill>
            <a:schemeClr val="tx1"/>
          </a:solidFill>
          <a:latin typeface="+mn-lt"/>
          <a:ea typeface="+mn-ea"/>
          <a:cs typeface="+mn-cs"/>
        </a:defRPr>
      </a:lvl1pPr>
      <a:lvl2pPr marL="62773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046220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831" kern="1200">
          <a:solidFill>
            <a:schemeClr val="tx1"/>
          </a:solidFill>
          <a:latin typeface="+mn-lt"/>
          <a:ea typeface="+mn-ea"/>
          <a:cs typeface="+mn-cs"/>
        </a:defRPr>
      </a:lvl3pPr>
      <a:lvl4pPr marL="1464708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883197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301685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72017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3138661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557149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1pPr>
      <a:lvl2pPr marL="418488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2pPr>
      <a:lvl3pPr marL="83697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3pPr>
      <a:lvl4pPr marL="1255464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673953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092441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510929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292941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347905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1274842" y="1091409"/>
            <a:ext cx="9384961" cy="66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678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College of Engineering and Computer Science</a:t>
            </a:r>
            <a:endParaRPr kumimoji="0" sz="112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402110" y="3816800"/>
            <a:ext cx="2211449" cy="61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3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AY 25 - 26 </a:t>
            </a:r>
            <a:endParaRPr kumimoji="0" sz="131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402110" y="2158446"/>
            <a:ext cx="4866488" cy="1601558"/>
          </a:xfrm>
          <a:prstGeom prst="rect">
            <a:avLst/>
          </a:prstGeom>
          <a:solidFill>
            <a:srgbClr val="C6202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402110" y="2158446"/>
            <a:ext cx="5764810" cy="163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Advanced Software Engineering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Week: xxx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xxx</a:t>
            </a:r>
          </a:p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Team: xxx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402110" y="3857670"/>
            <a:ext cx="2373731" cy="51808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4CD2-8144-7CC8-F591-0AD4F10E2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5B1FB-8F90-12C4-E860-CF2B49D50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0D7-1531-5C24-CB5B-1F058C54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069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gmIN8Y7RrBznfXjvB9pw"/>
</p:tagLst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nUni_Presentation Template_Lanscape.pptx" id="{E1F4CCD0-938C-42AC-B7A5-662DF48ED140}" vid="{0F33D316-B7EA-414D-A0D5-064D0F69E1A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Macintosh PowerPoint</Application>
  <PresentationFormat>Widescreen</PresentationFormat>
  <Paragraphs>7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1_Office Theme</vt:lpstr>
      <vt:lpstr>7_Office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Duy Dũng</dc:creator>
  <cp:lastModifiedBy>Le Duy Dung (CECS)</cp:lastModifiedBy>
  <cp:revision>2</cp:revision>
  <dcterms:created xsi:type="dcterms:W3CDTF">2026-07-23T07:23:44Z</dcterms:created>
  <dcterms:modified xsi:type="dcterms:W3CDTF">2026-10-16T10:08:20Z</dcterms:modified>
</cp:coreProperties>
</file>