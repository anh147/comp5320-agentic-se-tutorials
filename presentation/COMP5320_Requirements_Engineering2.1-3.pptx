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53" r:id="rId5"/>
    <p:sldMasterId id="2147483666" r:id="rId6"/>
  </p:sldMasterIdLst>
  <p:notesMasterIdLst>
    <p:notesMasterId r:id="rId7"/>
  </p:notesMasterIdLst>
  <p:sldIdLst>
    <p:sldId id="256" r:id="rId8"/>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1" roundtripDataSignature="AMtx7mh567QY8hgT/Hx2NyECEzdmze1+4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B74D1CA-E156-4543-99DB-21F710DE9C02}">
  <a:tblStyle styleId="{AB74D1CA-E156-4543-99DB-21F710DE9C0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6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notes"/>
          <p:cNvSpPr txBox="1"/>
          <p:nvPr>
            <p:ph idx="1" type="body"/>
          </p:nvPr>
        </p:nvSpPr>
        <p:spPr>
          <a:xfrm>
            <a:off x="1092200" y="3230563"/>
            <a:ext cx="8737600" cy="2643187"/>
          </a:xfrm>
          <a:prstGeom prst="rect">
            <a:avLst/>
          </a:prstGeom>
          <a:noFill/>
          <a:ln>
            <a:noFill/>
          </a:ln>
        </p:spPr>
        <p:txBody>
          <a:bodyPr anchorCtr="0" anchor="t" bIns="45700" lIns="91425" spcFirstLastPara="1" rIns="91425" wrap="square" tIns="45700">
            <a:noAutofit/>
          </a:bodyPr>
          <a:lstStyle/>
          <a:p>
            <a:r>
              <a:t>Hello everyone. Today I will introduce the first three sections of Chapter Two: Requirements Engineering and Specification. I will cover three questions. First, what is requirements engineering? Second, how do we discover what people need? And third, how can we write requirements that are clear enough to build and test? Throughout the presentation, I will use a task management app as a simple example. The main idea is that before building software, we must understand the problem we are solving.</a:t>
            </a:r>
          </a:p>
        </p:txBody>
      </p:sp>
      <p:sp>
        <p:nvSpPr>
          <p:cNvPr id="193" name="Google Shape;193;p1:notes"/>
          <p:cNvSpPr/>
          <p:nvPr>
            <p:ph idx="2" type="sldImg"/>
          </p:nvPr>
        </p:nvSpPr>
        <p:spPr>
          <a:xfrm>
            <a:off x="3449638" y="839788"/>
            <a:ext cx="4022725" cy="22637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Imagine a team spends three months building a beautiful task management app. It has colors, animations, and many features. But the project managers only needed an easy way to assign work and track deadlines. The team built a good-looking product, but not the right product. This is why requirements matter. Requirements help us agree on what to build before we spend time implementing it. Chapter Two begins with a real example: the FBI's Virtual Case File project was cancelled after major changes to its requirements. The lesson is simple. Technical skill alone cannot save a project when its goals keep changing or are poorly defined.</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Requirements engineering, or RE, is the process of defining, documenting, and maintaining the requirements of a software system. The chapter describes four main activities. The first is elicitation. We learn what stakeholders need. The second is analysis. We resolve disagreements, decide priorities, and check if an idea is realistic. The third is specification. We write the agreed requirements clearly. Finally, we validate them. We check whether they actually represent stakeholder needs. Notice that these four activities are connected. We do not finish each activity once and never return to it. We often repeat them as we understand the system better.</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It is usually cheaper to correct a misunderstanding during requirements discussions than after the software is released. The chapter cites historical research with illustrative ranges: fixing a defect during requirements might cost one or two units, while finding it during testing or production may cost much more. These numbers are not a prediction for every project. They show the direction of the problem. For example, if we discover today that only managers can assign tasks, we can change one sentence. If we discover it after release, we might need to change the interface, database, permissions, tests, and documentation.</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Now we move to section two point two: eliciting requirements. Before asking questions, we need to know whom to ask. Stakeholders are not only end users. They also include clients, who pay for the system; domain experts, who understand the work; regulators, who define important rules; and the developers and operators, who build and maintain the software. For our task management app, team members want simple task updates. Managers want visibility into deadlines. The IT team wants a secure, reliable system. These groups may want different things, so good elicitation includes different perspectives.</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chapter introduces six useful techniques. Interviews let us ask people questions in depth. Workshops bring groups together to reach a shared understanding. Observation helps us see how people actually work. Personas summarize the goals and frustrations of important user groups. Document analysis uses existing manuals, support tickets, and regulations. Finally, prototyping lets users react to a simple version of the proposed system. We do not need to use every technique in every project. The important point is that one method may miss something that another method can reveal. Let me explain the techniques in a little more detail.</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Interviews are useful when we want to understand one person's experience. An interview can be structured, with fixed questions; semi-structured, with prepared questions and follow-up questions; or unstructured, like an open conversation. A useful question is: What is the most frustrating part of your current process? Workshops are different. They bring several stakeholders into one discussion. For example, a manager may want notifications for every change, while team members may find too many notifications distracting. A workshop helps them agree on a reasonable solution. Interviews uncover perspectives. Workshops help build agreement.</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Observation means watching people perform real tasks in their normal environment. This can reveal habits and workarounds that they may forget to mention in an interview. For example, a project manager might copy task deadlines into a spreadsheet because the existing system is difficult to use. We would discover an important need by watching their workflow. After gathering evidence, we can create personas. The chapter gives an example called Jordan, an overwhelmed project manager who handles several projects and often switches between a laptop and a phone. Jordan needs quick task reassignment and fewer unnecessary notifications. A persona represents behavior and goals, not just age or demographics. It should be based on research, not guesses.</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Two more techniques are document analysis and prototyping. In document analysis, we examine existing information, such as user manuals, system specifications, error logs, and support tickets. For example, many complaints about missed deadlines may suggest that reminders are important. Prototyping means showing a rough design before implementing the real system. It could be a paper sketch or a clickable screen. When users see a task assignment screen, they may notice that it takes too many steps. A simple prototype can reveal this problem early, when the design is still easy to change.</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Section two point three divides requirements into functional and non-functional requirements. Let us start with functional requirements. These describe what the system must do: its actions, features, and behavior. The chapter suggests a clear sentence pattern: The system shall, followed by an action, an object, and any important condition. For our task management app, we can say: The system shall allow authenticated users to create tasks with a title and due date. Another example is: The system shall allow project managers to assign tasks to team members. These sentences describe specific behavior that we can check.</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Non-functional requirements, often shortened to NFRs, describe quality attributes and constraints. A system can have all the right features and still be a bad system. For example, it may be too slow, unreliable, or insecure. The chapter lists important categories such as performance, reliability, security, scalability, usability, maintainability, portability, and compliance. We do not have to memorize every example today. Just remember that functional requirements are about what the system does, while non-functional requirements describe how well the system must operate. Both are important for users to trust and use the software.</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Here is one very important lesson from the chapter. A statement like, The system should be fast, is too vague. Fast means different things to different people. Instead, the chapter gives a measurable example: The API shall respond to ninety-five percent of requests within two hundred milliseconds under a load of one thousand concurrent users. An API is a way for software components to communicate. The improved requirement tells us what to measure, the acceptable limit, and the conditions for testing. The exact numbers depend on the project. The principle is that a good quality requirement should be testable.</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final concept in our assigned sections is the FURPS plus model. It is a checklist for checking requirements coverage. F stands for Functionality: the features and capabilities. U means Usability: how easy the system is to use. R means Reliability: whether it stays available and recovers from problems. P means Performance: speed and capacity. S means Supportability: how easy it is to test, maintain, and move the system. The plus sign represents additional constraints, such as design, technology, or interfaces. FURPS plus does not replace conversations with stakeholders. It simply helps us remember important areas that we might overlook.</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Before I finish, let us try a quick check. First statement: Users can filter tasks by status. Is it functional or non-functional? It is functional, because it describes a feature. Second: The app must have ninety-nine point nine percent uptime. That is non-functional, because it describes reliability. Third: Managers can assign tasks to team members. That is functional again. This short exercise shows the main distinction. Ask two questions: What action does the software perform? And how well does the software need to perform it? Together, those questions help us write more complete requirements.</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To conclude, I want you to remember three ideas. First, requirements engineering helps us decide what to build before we build it, and its four activities are iterative. Second, we discover real requirements by talking with people, observing their work, and testing our assumptions. Third, we need both functional requirements, which describe what the system does, and non-functional requirements, which describe how well it should work. Clear requirements give developers and AI tools a better foundation for the next steps. That is the end of my part. Thank you for listening.</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5" name="Shape 15"/>
        <p:cNvGrpSpPr/>
        <p:nvPr/>
      </p:nvGrpSpPr>
      <p:grpSpPr>
        <a:xfrm>
          <a:off x="0" y="0"/>
          <a:ext cx="0" cy="0"/>
          <a:chOff x="0" y="0"/>
          <a:chExt cx="0" cy="0"/>
        </a:xfrm>
      </p:grpSpPr>
      <p:sp>
        <p:nvSpPr>
          <p:cNvPr id="16" name="Google Shape;16;p4"/>
          <p:cNvSpPr txBox="1"/>
          <p:nvPr>
            <p:ph idx="11" type="ftr"/>
          </p:nvPr>
        </p:nvSpPr>
        <p:spPr>
          <a:xfrm>
            <a:off x="4145280" y="6377942"/>
            <a:ext cx="3901440" cy="259114"/>
          </a:xfrm>
          <a:prstGeom prst="rect">
            <a:avLst/>
          </a:prstGeom>
          <a:noFill/>
          <a:ln>
            <a:noFill/>
          </a:ln>
        </p:spPr>
        <p:txBody>
          <a:bodyPr anchorCtr="0" anchor="t" bIns="0" lIns="0" spcFirstLastPara="1" rIns="0" wrap="square" tIns="0">
            <a:spAutoFit/>
          </a:bodyPr>
          <a:lstStyle>
            <a:lvl1pPr lvl="0" algn="ctr">
              <a:spcBef>
                <a:spcPts val="0"/>
              </a:spcBef>
              <a:spcAft>
                <a:spcPts val="0"/>
              </a:spcAft>
              <a:buClr>
                <a:srgbClr val="888888"/>
              </a:buClr>
              <a:buSzPts val="1400"/>
              <a:buFont typeface="Calibri"/>
              <a:buNone/>
              <a:defRPr>
                <a:solidFill>
                  <a:srgbClr val="888888"/>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7" name="Google Shape;17;p4"/>
          <p:cNvSpPr txBox="1"/>
          <p:nvPr>
            <p:ph idx="10" type="dt"/>
          </p:nvPr>
        </p:nvSpPr>
        <p:spPr>
          <a:xfrm>
            <a:off x="609600" y="6377942"/>
            <a:ext cx="2804160" cy="259114"/>
          </a:xfrm>
          <a:prstGeom prst="rect">
            <a:avLst/>
          </a:prstGeom>
          <a:noFill/>
          <a:ln>
            <a:noFill/>
          </a:ln>
        </p:spPr>
        <p:txBody>
          <a:bodyPr anchorCtr="0" anchor="t" bIns="0" lIns="0" spcFirstLastPara="1" rIns="0" wrap="square" tIns="0">
            <a:spAutoFit/>
          </a:bodyPr>
          <a:lstStyle>
            <a:lvl1pPr lvl="0" algn="l">
              <a:spcBef>
                <a:spcPts val="0"/>
              </a:spcBef>
              <a:spcAft>
                <a:spcPts val="0"/>
              </a:spcAft>
              <a:buClr>
                <a:srgbClr val="888888"/>
              </a:buClr>
              <a:buSzPts val="1400"/>
              <a:buFont typeface="Calibri"/>
              <a:buNone/>
              <a:defRPr>
                <a:solidFill>
                  <a:srgbClr val="888888"/>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8" name="Google Shape;18;p4"/>
          <p:cNvSpPr txBox="1"/>
          <p:nvPr>
            <p:ph idx="12" type="sldNum"/>
          </p:nvPr>
        </p:nvSpPr>
        <p:spPr>
          <a:xfrm>
            <a:off x="8778240" y="6377940"/>
            <a:ext cx="2804160" cy="188684"/>
          </a:xfrm>
          <a:prstGeom prst="rect">
            <a:avLst/>
          </a:prstGeom>
          <a:noFill/>
          <a:ln>
            <a:noFill/>
          </a:ln>
        </p:spPr>
        <p:txBody>
          <a:bodyPr anchorCtr="0" anchor="t" bIns="0" lIns="0" spcFirstLastPara="1" rIns="0" wrap="square" tIns="0">
            <a:spAutoFit/>
          </a:bodyPr>
          <a:lstStyle>
            <a:lvl1pPr indent="0" lvl="0"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1pPr>
            <a:lvl2pPr indent="0" lvl="1"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2pPr>
            <a:lvl3pPr indent="0" lvl="2"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3pPr>
            <a:lvl4pPr indent="0" lvl="3"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4pPr>
            <a:lvl5pPr indent="0" lvl="4"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5pPr>
            <a:lvl6pPr indent="0" lvl="5"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6pPr>
            <a:lvl7pPr indent="0" lvl="6"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7pPr>
            <a:lvl8pPr indent="0" lvl="7"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8pPr>
            <a:lvl9pPr indent="0" lvl="8"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9" name="Shape 19"/>
        <p:cNvGrpSpPr/>
        <p:nvPr/>
      </p:nvGrpSpPr>
      <p:grpSpPr>
        <a:xfrm>
          <a:off x="0" y="0"/>
          <a:ext cx="0" cy="0"/>
          <a:chOff x="0" y="0"/>
          <a:chExt cx="0" cy="0"/>
        </a:xfrm>
      </p:grpSpPr>
      <p:sp>
        <p:nvSpPr>
          <p:cNvPr id="20" name="Google Shape;20;p7"/>
          <p:cNvSpPr txBox="1"/>
          <p:nvPr>
            <p:ph type="title"/>
          </p:nvPr>
        </p:nvSpPr>
        <p:spPr>
          <a:xfrm>
            <a:off x="609601" y="274322"/>
            <a:ext cx="10972800" cy="28302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7"/>
          <p:cNvSpPr txBox="1"/>
          <p:nvPr>
            <p:ph idx="1" type="body"/>
          </p:nvPr>
        </p:nvSpPr>
        <p:spPr>
          <a:xfrm>
            <a:off x="609601" y="1577342"/>
            <a:ext cx="10972800" cy="283026"/>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2" name="Google Shape;22;p7"/>
          <p:cNvSpPr txBox="1"/>
          <p:nvPr>
            <p:ph idx="11" type="ftr"/>
          </p:nvPr>
        </p:nvSpPr>
        <p:spPr>
          <a:xfrm>
            <a:off x="4145280" y="6377942"/>
            <a:ext cx="3901440" cy="259114"/>
          </a:xfrm>
          <a:prstGeom prst="rect">
            <a:avLst/>
          </a:prstGeom>
          <a:noFill/>
          <a:ln>
            <a:noFill/>
          </a:ln>
        </p:spPr>
        <p:txBody>
          <a:bodyPr anchorCtr="0" anchor="t" bIns="0" lIns="0" spcFirstLastPara="1" rIns="0" wrap="square" tIns="0">
            <a:spAutoFit/>
          </a:bodyPr>
          <a:lstStyle>
            <a:lvl1pPr lvl="0" algn="ctr">
              <a:spcBef>
                <a:spcPts val="0"/>
              </a:spcBef>
              <a:spcAft>
                <a:spcPts val="0"/>
              </a:spcAft>
              <a:buClr>
                <a:srgbClr val="888888"/>
              </a:buClr>
              <a:buSzPts val="1400"/>
              <a:buFont typeface="Calibri"/>
              <a:buNone/>
              <a:defRPr>
                <a:solidFill>
                  <a:srgbClr val="888888"/>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23" name="Google Shape;23;p7"/>
          <p:cNvSpPr txBox="1"/>
          <p:nvPr>
            <p:ph idx="10" type="dt"/>
          </p:nvPr>
        </p:nvSpPr>
        <p:spPr>
          <a:xfrm>
            <a:off x="609600" y="6377942"/>
            <a:ext cx="2804160" cy="259114"/>
          </a:xfrm>
          <a:prstGeom prst="rect">
            <a:avLst/>
          </a:prstGeom>
          <a:noFill/>
          <a:ln>
            <a:noFill/>
          </a:ln>
        </p:spPr>
        <p:txBody>
          <a:bodyPr anchorCtr="0" anchor="t" bIns="0" lIns="0" spcFirstLastPara="1" rIns="0" wrap="square" tIns="0">
            <a:spAutoFit/>
          </a:bodyPr>
          <a:lstStyle>
            <a:lvl1pPr lvl="0" algn="l">
              <a:spcBef>
                <a:spcPts val="0"/>
              </a:spcBef>
              <a:spcAft>
                <a:spcPts val="0"/>
              </a:spcAft>
              <a:buClr>
                <a:srgbClr val="888888"/>
              </a:buClr>
              <a:buSzPts val="1400"/>
              <a:buFont typeface="Calibri"/>
              <a:buNone/>
              <a:defRPr>
                <a:solidFill>
                  <a:srgbClr val="888888"/>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24" name="Google Shape;24;p7"/>
          <p:cNvSpPr txBox="1"/>
          <p:nvPr>
            <p:ph idx="12" type="sldNum"/>
          </p:nvPr>
        </p:nvSpPr>
        <p:spPr>
          <a:xfrm>
            <a:off x="8778240" y="6377940"/>
            <a:ext cx="2804160" cy="188684"/>
          </a:xfrm>
          <a:prstGeom prst="rect">
            <a:avLst/>
          </a:prstGeom>
          <a:noFill/>
          <a:ln>
            <a:noFill/>
          </a:ln>
        </p:spPr>
        <p:txBody>
          <a:bodyPr anchorCtr="0" anchor="t" bIns="0" lIns="0" spcFirstLastPara="1" rIns="0" wrap="square" tIns="0">
            <a:spAutoFit/>
          </a:bodyPr>
          <a:lstStyle>
            <a:lvl1pPr indent="0" lvl="0"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1pPr>
            <a:lvl2pPr indent="0" lvl="1"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2pPr>
            <a:lvl3pPr indent="0" lvl="2"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3pPr>
            <a:lvl4pPr indent="0" lvl="3"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4pPr>
            <a:lvl5pPr indent="0" lvl="4"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5pPr>
            <a:lvl6pPr indent="0" lvl="5"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6pPr>
            <a:lvl7pPr indent="0" lvl="6"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7pPr>
            <a:lvl8pPr indent="0" lvl="7"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8pPr>
            <a:lvl9pPr indent="0" lvl="8"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5" name="Shape 25"/>
        <p:cNvGrpSpPr/>
        <p:nvPr/>
      </p:nvGrpSpPr>
      <p:grpSpPr>
        <a:xfrm>
          <a:off x="0" y="0"/>
          <a:ext cx="0" cy="0"/>
          <a:chOff x="0" y="0"/>
          <a:chExt cx="0" cy="0"/>
        </a:xfrm>
      </p:grpSpPr>
      <p:sp>
        <p:nvSpPr>
          <p:cNvPr id="26" name="Google Shape;26;p8"/>
          <p:cNvSpPr txBox="1"/>
          <p:nvPr>
            <p:ph type="title"/>
          </p:nvPr>
        </p:nvSpPr>
        <p:spPr>
          <a:xfrm>
            <a:off x="609601" y="274322"/>
            <a:ext cx="10972800" cy="28302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8"/>
          <p:cNvSpPr txBox="1"/>
          <p:nvPr>
            <p:ph idx="1" type="body"/>
          </p:nvPr>
        </p:nvSpPr>
        <p:spPr>
          <a:xfrm>
            <a:off x="609600" y="1577342"/>
            <a:ext cx="5303520" cy="283026"/>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8" name="Google Shape;28;p8"/>
          <p:cNvSpPr txBox="1"/>
          <p:nvPr>
            <p:ph idx="2" type="body"/>
          </p:nvPr>
        </p:nvSpPr>
        <p:spPr>
          <a:xfrm>
            <a:off x="6278880" y="1577342"/>
            <a:ext cx="5303520" cy="283026"/>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9" name="Google Shape;29;p8"/>
          <p:cNvSpPr txBox="1"/>
          <p:nvPr>
            <p:ph idx="11" type="ftr"/>
          </p:nvPr>
        </p:nvSpPr>
        <p:spPr>
          <a:xfrm>
            <a:off x="4145280" y="6377942"/>
            <a:ext cx="3901440" cy="259114"/>
          </a:xfrm>
          <a:prstGeom prst="rect">
            <a:avLst/>
          </a:prstGeom>
          <a:noFill/>
          <a:ln>
            <a:noFill/>
          </a:ln>
        </p:spPr>
        <p:txBody>
          <a:bodyPr anchorCtr="0" anchor="t" bIns="0" lIns="0" spcFirstLastPara="1" rIns="0" wrap="square" tIns="0">
            <a:spAutoFit/>
          </a:bodyPr>
          <a:lstStyle>
            <a:lvl1pPr lvl="0" algn="ctr">
              <a:spcBef>
                <a:spcPts val="0"/>
              </a:spcBef>
              <a:spcAft>
                <a:spcPts val="0"/>
              </a:spcAft>
              <a:buClr>
                <a:srgbClr val="888888"/>
              </a:buClr>
              <a:buSzPts val="1400"/>
              <a:buFont typeface="Calibri"/>
              <a:buNone/>
              <a:defRPr>
                <a:solidFill>
                  <a:srgbClr val="888888"/>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30" name="Google Shape;30;p8"/>
          <p:cNvSpPr txBox="1"/>
          <p:nvPr>
            <p:ph idx="10" type="dt"/>
          </p:nvPr>
        </p:nvSpPr>
        <p:spPr>
          <a:xfrm>
            <a:off x="609600" y="6377942"/>
            <a:ext cx="2804160" cy="259114"/>
          </a:xfrm>
          <a:prstGeom prst="rect">
            <a:avLst/>
          </a:prstGeom>
          <a:noFill/>
          <a:ln>
            <a:noFill/>
          </a:ln>
        </p:spPr>
        <p:txBody>
          <a:bodyPr anchorCtr="0" anchor="t" bIns="0" lIns="0" spcFirstLastPara="1" rIns="0" wrap="square" tIns="0">
            <a:spAutoFit/>
          </a:bodyPr>
          <a:lstStyle>
            <a:lvl1pPr lvl="0" algn="l">
              <a:spcBef>
                <a:spcPts val="0"/>
              </a:spcBef>
              <a:spcAft>
                <a:spcPts val="0"/>
              </a:spcAft>
              <a:buClr>
                <a:srgbClr val="888888"/>
              </a:buClr>
              <a:buSzPts val="1400"/>
              <a:buFont typeface="Calibri"/>
              <a:buNone/>
              <a:defRPr>
                <a:solidFill>
                  <a:srgbClr val="888888"/>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31" name="Google Shape;31;p8"/>
          <p:cNvSpPr txBox="1"/>
          <p:nvPr>
            <p:ph idx="12" type="sldNum"/>
          </p:nvPr>
        </p:nvSpPr>
        <p:spPr>
          <a:xfrm>
            <a:off x="8778240" y="6377940"/>
            <a:ext cx="2804160" cy="188684"/>
          </a:xfrm>
          <a:prstGeom prst="rect">
            <a:avLst/>
          </a:prstGeom>
          <a:noFill/>
          <a:ln>
            <a:noFill/>
          </a:ln>
        </p:spPr>
        <p:txBody>
          <a:bodyPr anchorCtr="0" anchor="t" bIns="0" lIns="0" spcFirstLastPara="1" rIns="0" wrap="square" tIns="0">
            <a:spAutoFit/>
          </a:bodyPr>
          <a:lstStyle>
            <a:lvl1pPr indent="0" lvl="0"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1pPr>
            <a:lvl2pPr indent="0" lvl="1"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2pPr>
            <a:lvl3pPr indent="0" lvl="2"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3pPr>
            <a:lvl4pPr indent="0" lvl="3"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4pPr>
            <a:lvl5pPr indent="0" lvl="4"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5pPr>
            <a:lvl6pPr indent="0" lvl="5"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6pPr>
            <a:lvl7pPr indent="0" lvl="6"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7pPr>
            <a:lvl8pPr indent="0" lvl="7"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8pPr>
            <a:lvl9pPr indent="0" lvl="8"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2" name="Shape 32"/>
        <p:cNvGrpSpPr/>
        <p:nvPr/>
      </p:nvGrpSpPr>
      <p:grpSpPr>
        <a:xfrm>
          <a:off x="0" y="0"/>
          <a:ext cx="0" cy="0"/>
          <a:chOff x="0" y="0"/>
          <a:chExt cx="0" cy="0"/>
        </a:xfrm>
      </p:grpSpPr>
      <p:sp>
        <p:nvSpPr>
          <p:cNvPr id="33" name="Google Shape;33;p9"/>
          <p:cNvSpPr txBox="1"/>
          <p:nvPr>
            <p:ph type="title"/>
          </p:nvPr>
        </p:nvSpPr>
        <p:spPr>
          <a:xfrm>
            <a:off x="609601" y="274322"/>
            <a:ext cx="10972800" cy="28302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9"/>
          <p:cNvSpPr txBox="1"/>
          <p:nvPr>
            <p:ph idx="11" type="ftr"/>
          </p:nvPr>
        </p:nvSpPr>
        <p:spPr>
          <a:xfrm>
            <a:off x="4145280" y="6377942"/>
            <a:ext cx="3901440" cy="259114"/>
          </a:xfrm>
          <a:prstGeom prst="rect">
            <a:avLst/>
          </a:prstGeom>
          <a:noFill/>
          <a:ln>
            <a:noFill/>
          </a:ln>
        </p:spPr>
        <p:txBody>
          <a:bodyPr anchorCtr="0" anchor="t" bIns="0" lIns="0" spcFirstLastPara="1" rIns="0" wrap="square" tIns="0">
            <a:spAutoFit/>
          </a:bodyPr>
          <a:lstStyle>
            <a:lvl1pPr lvl="0" algn="ctr">
              <a:spcBef>
                <a:spcPts val="0"/>
              </a:spcBef>
              <a:spcAft>
                <a:spcPts val="0"/>
              </a:spcAft>
              <a:buClr>
                <a:srgbClr val="888888"/>
              </a:buClr>
              <a:buSzPts val="1400"/>
              <a:buFont typeface="Calibri"/>
              <a:buNone/>
              <a:defRPr>
                <a:solidFill>
                  <a:srgbClr val="888888"/>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35" name="Google Shape;35;p9"/>
          <p:cNvSpPr txBox="1"/>
          <p:nvPr>
            <p:ph idx="10" type="dt"/>
          </p:nvPr>
        </p:nvSpPr>
        <p:spPr>
          <a:xfrm>
            <a:off x="609600" y="6377942"/>
            <a:ext cx="2804160" cy="259114"/>
          </a:xfrm>
          <a:prstGeom prst="rect">
            <a:avLst/>
          </a:prstGeom>
          <a:noFill/>
          <a:ln>
            <a:noFill/>
          </a:ln>
        </p:spPr>
        <p:txBody>
          <a:bodyPr anchorCtr="0" anchor="t" bIns="0" lIns="0" spcFirstLastPara="1" rIns="0" wrap="square" tIns="0">
            <a:spAutoFit/>
          </a:bodyPr>
          <a:lstStyle>
            <a:lvl1pPr lvl="0" algn="l">
              <a:spcBef>
                <a:spcPts val="0"/>
              </a:spcBef>
              <a:spcAft>
                <a:spcPts val="0"/>
              </a:spcAft>
              <a:buClr>
                <a:srgbClr val="888888"/>
              </a:buClr>
              <a:buSzPts val="1400"/>
              <a:buFont typeface="Calibri"/>
              <a:buNone/>
              <a:defRPr>
                <a:solidFill>
                  <a:srgbClr val="888888"/>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36" name="Google Shape;36;p9"/>
          <p:cNvSpPr txBox="1"/>
          <p:nvPr>
            <p:ph idx="12" type="sldNum"/>
          </p:nvPr>
        </p:nvSpPr>
        <p:spPr>
          <a:xfrm>
            <a:off x="8778240" y="6377940"/>
            <a:ext cx="2804160" cy="188684"/>
          </a:xfrm>
          <a:prstGeom prst="rect">
            <a:avLst/>
          </a:prstGeom>
          <a:noFill/>
          <a:ln>
            <a:noFill/>
          </a:ln>
        </p:spPr>
        <p:txBody>
          <a:bodyPr anchorCtr="0" anchor="t" bIns="0" lIns="0" spcFirstLastPara="1" rIns="0" wrap="square" tIns="0">
            <a:spAutoFit/>
          </a:bodyPr>
          <a:lstStyle>
            <a:lvl1pPr indent="0" lvl="0"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1pPr>
            <a:lvl2pPr indent="0" lvl="1"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2pPr>
            <a:lvl3pPr indent="0" lvl="2"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3pPr>
            <a:lvl4pPr indent="0" lvl="3"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4pPr>
            <a:lvl5pPr indent="0" lvl="4"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5pPr>
            <a:lvl6pPr indent="0" lvl="5"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6pPr>
            <a:lvl7pPr indent="0" lvl="6"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7pPr>
            <a:lvl8pPr indent="0" lvl="7"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8pPr>
            <a:lvl9pPr indent="0" lvl="8"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3" name="Shape 43"/>
        <p:cNvGrpSpPr/>
        <p:nvPr/>
      </p:nvGrpSpPr>
      <p:grpSpPr>
        <a:xfrm>
          <a:off x="0" y="0"/>
          <a:ext cx="0" cy="0"/>
          <a:chOff x="0" y="0"/>
          <a:chExt cx="0" cy="0"/>
        </a:xfrm>
      </p:grpSpPr>
      <p:sp>
        <p:nvSpPr>
          <p:cNvPr id="44" name="Google Shape;44;p6"/>
          <p:cNvSpPr txBox="1"/>
          <p:nvPr>
            <p:ph type="ctrTitle"/>
          </p:nvPr>
        </p:nvSpPr>
        <p:spPr>
          <a:xfrm>
            <a:off x="1524000" y="1122364"/>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5492"/>
              <a:buFont typeface="Calibri"/>
              <a:buNone/>
              <a:defRPr sz="5492"/>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916"/>
              </a:spcBef>
              <a:spcAft>
                <a:spcPts val="0"/>
              </a:spcAft>
              <a:buClr>
                <a:schemeClr val="dk1"/>
              </a:buClr>
              <a:buSzPts val="2197"/>
              <a:buNone/>
              <a:defRPr sz="2197"/>
            </a:lvl1pPr>
            <a:lvl2pPr lvl="1" algn="ctr">
              <a:lnSpc>
                <a:spcPct val="90000"/>
              </a:lnSpc>
              <a:spcBef>
                <a:spcPts val="458"/>
              </a:spcBef>
              <a:spcAft>
                <a:spcPts val="0"/>
              </a:spcAft>
              <a:buClr>
                <a:schemeClr val="dk1"/>
              </a:buClr>
              <a:buSzPts val="1831"/>
              <a:buNone/>
              <a:defRPr sz="1831"/>
            </a:lvl2pPr>
            <a:lvl3pPr lvl="2" algn="ctr">
              <a:lnSpc>
                <a:spcPct val="90000"/>
              </a:lnSpc>
              <a:spcBef>
                <a:spcPts val="458"/>
              </a:spcBef>
              <a:spcAft>
                <a:spcPts val="0"/>
              </a:spcAft>
              <a:buClr>
                <a:schemeClr val="dk1"/>
              </a:buClr>
              <a:buSzPts val="1647"/>
              <a:buNone/>
              <a:defRPr sz="1647"/>
            </a:lvl3pPr>
            <a:lvl4pPr lvl="3" algn="ctr">
              <a:lnSpc>
                <a:spcPct val="90000"/>
              </a:lnSpc>
              <a:spcBef>
                <a:spcPts val="458"/>
              </a:spcBef>
              <a:spcAft>
                <a:spcPts val="0"/>
              </a:spcAft>
              <a:buClr>
                <a:schemeClr val="dk1"/>
              </a:buClr>
              <a:buSzPts val="1464"/>
              <a:buNone/>
              <a:defRPr sz="1464"/>
            </a:lvl4pPr>
            <a:lvl5pPr lvl="4" algn="ctr">
              <a:lnSpc>
                <a:spcPct val="90000"/>
              </a:lnSpc>
              <a:spcBef>
                <a:spcPts val="458"/>
              </a:spcBef>
              <a:spcAft>
                <a:spcPts val="0"/>
              </a:spcAft>
              <a:buClr>
                <a:schemeClr val="dk1"/>
              </a:buClr>
              <a:buSzPts val="1464"/>
              <a:buNone/>
              <a:defRPr sz="1464"/>
            </a:lvl5pPr>
            <a:lvl6pPr lvl="5" algn="ctr">
              <a:lnSpc>
                <a:spcPct val="90000"/>
              </a:lnSpc>
              <a:spcBef>
                <a:spcPts val="458"/>
              </a:spcBef>
              <a:spcAft>
                <a:spcPts val="0"/>
              </a:spcAft>
              <a:buClr>
                <a:schemeClr val="dk1"/>
              </a:buClr>
              <a:buSzPts val="1464"/>
              <a:buNone/>
              <a:defRPr sz="1464"/>
            </a:lvl6pPr>
            <a:lvl7pPr lvl="6" algn="ctr">
              <a:lnSpc>
                <a:spcPct val="90000"/>
              </a:lnSpc>
              <a:spcBef>
                <a:spcPts val="458"/>
              </a:spcBef>
              <a:spcAft>
                <a:spcPts val="0"/>
              </a:spcAft>
              <a:buClr>
                <a:schemeClr val="dk1"/>
              </a:buClr>
              <a:buSzPts val="1464"/>
              <a:buNone/>
              <a:defRPr sz="1464"/>
            </a:lvl7pPr>
            <a:lvl8pPr lvl="7" algn="ctr">
              <a:lnSpc>
                <a:spcPct val="90000"/>
              </a:lnSpc>
              <a:spcBef>
                <a:spcPts val="458"/>
              </a:spcBef>
              <a:spcAft>
                <a:spcPts val="0"/>
              </a:spcAft>
              <a:buClr>
                <a:schemeClr val="dk1"/>
              </a:buClr>
              <a:buSzPts val="1464"/>
              <a:buNone/>
              <a:defRPr sz="1464"/>
            </a:lvl8pPr>
            <a:lvl9pPr lvl="8" algn="ctr">
              <a:lnSpc>
                <a:spcPct val="90000"/>
              </a:lnSpc>
              <a:spcBef>
                <a:spcPts val="458"/>
              </a:spcBef>
              <a:spcAft>
                <a:spcPts val="0"/>
              </a:spcAft>
              <a:buClr>
                <a:schemeClr val="dk1"/>
              </a:buClr>
              <a:buSzPts val="1464"/>
              <a:buNone/>
              <a:defRPr sz="1464"/>
            </a:lvl9pPr>
          </a:lstStyle>
          <a:p/>
        </p:txBody>
      </p:sp>
      <p:sp>
        <p:nvSpPr>
          <p:cNvPr id="46" name="Google Shape;46;p6"/>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9" name="Shape 49"/>
        <p:cNvGrpSpPr/>
        <p:nvPr/>
      </p:nvGrpSpPr>
      <p:grpSpPr>
        <a:xfrm>
          <a:off x="0" y="0"/>
          <a:ext cx="0" cy="0"/>
          <a:chOff x="0" y="0"/>
          <a:chExt cx="0" cy="0"/>
        </a:xfrm>
      </p:grpSpPr>
      <p:sp>
        <p:nvSpPr>
          <p:cNvPr id="50" name="Google Shape;50;p10"/>
          <p:cNvSpPr txBox="1"/>
          <p:nvPr>
            <p:ph type="title"/>
          </p:nvPr>
        </p:nvSpPr>
        <p:spPr>
          <a:xfrm>
            <a:off x="838201" y="365126"/>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0"/>
          <p:cNvSpPr txBox="1"/>
          <p:nvPr>
            <p:ph idx="1" type="body"/>
          </p:nvPr>
        </p:nvSpPr>
        <p:spPr>
          <a:xfrm>
            <a:off x="838201" y="1825626"/>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52" name="Google Shape;52;p10"/>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0"/>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0"/>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5" name="Shape 55"/>
        <p:cNvGrpSpPr/>
        <p:nvPr/>
      </p:nvGrpSpPr>
      <p:grpSpPr>
        <a:xfrm>
          <a:off x="0" y="0"/>
          <a:ext cx="0" cy="0"/>
          <a:chOff x="0" y="0"/>
          <a:chExt cx="0" cy="0"/>
        </a:xfrm>
      </p:grpSpPr>
      <p:sp>
        <p:nvSpPr>
          <p:cNvPr id="56" name="Google Shape;56;p11"/>
          <p:cNvSpPr txBox="1"/>
          <p:nvPr>
            <p:ph type="title"/>
          </p:nvPr>
        </p:nvSpPr>
        <p:spPr>
          <a:xfrm>
            <a:off x="831851" y="1709739"/>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492"/>
              <a:buFont typeface="Calibri"/>
              <a:buNone/>
              <a:defRPr sz="5492"/>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1"/>
          <p:cNvSpPr txBox="1"/>
          <p:nvPr>
            <p:ph idx="1" type="body"/>
          </p:nvPr>
        </p:nvSpPr>
        <p:spPr>
          <a:xfrm>
            <a:off x="831851" y="4589464"/>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916"/>
              </a:spcBef>
              <a:spcAft>
                <a:spcPts val="0"/>
              </a:spcAft>
              <a:buClr>
                <a:srgbClr val="888888"/>
              </a:buClr>
              <a:buSzPts val="2197"/>
              <a:buNone/>
              <a:defRPr sz="2197">
                <a:solidFill>
                  <a:srgbClr val="888888"/>
                </a:solidFill>
              </a:defRPr>
            </a:lvl1pPr>
            <a:lvl2pPr indent="-228600" lvl="1" marL="914400" algn="l">
              <a:lnSpc>
                <a:spcPct val="90000"/>
              </a:lnSpc>
              <a:spcBef>
                <a:spcPts val="458"/>
              </a:spcBef>
              <a:spcAft>
                <a:spcPts val="0"/>
              </a:spcAft>
              <a:buClr>
                <a:srgbClr val="888888"/>
              </a:buClr>
              <a:buSzPts val="1831"/>
              <a:buNone/>
              <a:defRPr sz="1831">
                <a:solidFill>
                  <a:srgbClr val="888888"/>
                </a:solidFill>
              </a:defRPr>
            </a:lvl2pPr>
            <a:lvl3pPr indent="-228600" lvl="2" marL="1371600" algn="l">
              <a:lnSpc>
                <a:spcPct val="90000"/>
              </a:lnSpc>
              <a:spcBef>
                <a:spcPts val="458"/>
              </a:spcBef>
              <a:spcAft>
                <a:spcPts val="0"/>
              </a:spcAft>
              <a:buClr>
                <a:srgbClr val="888888"/>
              </a:buClr>
              <a:buSzPts val="1647"/>
              <a:buNone/>
              <a:defRPr sz="1647">
                <a:solidFill>
                  <a:srgbClr val="888888"/>
                </a:solidFill>
              </a:defRPr>
            </a:lvl3pPr>
            <a:lvl4pPr indent="-228600" lvl="3" marL="1828800" algn="l">
              <a:lnSpc>
                <a:spcPct val="90000"/>
              </a:lnSpc>
              <a:spcBef>
                <a:spcPts val="458"/>
              </a:spcBef>
              <a:spcAft>
                <a:spcPts val="0"/>
              </a:spcAft>
              <a:buClr>
                <a:srgbClr val="888888"/>
              </a:buClr>
              <a:buSzPts val="1464"/>
              <a:buNone/>
              <a:defRPr sz="1464">
                <a:solidFill>
                  <a:srgbClr val="888888"/>
                </a:solidFill>
              </a:defRPr>
            </a:lvl4pPr>
            <a:lvl5pPr indent="-228600" lvl="4" marL="2286000" algn="l">
              <a:lnSpc>
                <a:spcPct val="90000"/>
              </a:lnSpc>
              <a:spcBef>
                <a:spcPts val="458"/>
              </a:spcBef>
              <a:spcAft>
                <a:spcPts val="0"/>
              </a:spcAft>
              <a:buClr>
                <a:srgbClr val="888888"/>
              </a:buClr>
              <a:buSzPts val="1464"/>
              <a:buNone/>
              <a:defRPr sz="1464">
                <a:solidFill>
                  <a:srgbClr val="888888"/>
                </a:solidFill>
              </a:defRPr>
            </a:lvl5pPr>
            <a:lvl6pPr indent="-228600" lvl="5" marL="2743200" algn="l">
              <a:lnSpc>
                <a:spcPct val="90000"/>
              </a:lnSpc>
              <a:spcBef>
                <a:spcPts val="458"/>
              </a:spcBef>
              <a:spcAft>
                <a:spcPts val="0"/>
              </a:spcAft>
              <a:buClr>
                <a:srgbClr val="888888"/>
              </a:buClr>
              <a:buSzPts val="1464"/>
              <a:buNone/>
              <a:defRPr sz="1464">
                <a:solidFill>
                  <a:srgbClr val="888888"/>
                </a:solidFill>
              </a:defRPr>
            </a:lvl6pPr>
            <a:lvl7pPr indent="-228600" lvl="6" marL="3200400" algn="l">
              <a:lnSpc>
                <a:spcPct val="90000"/>
              </a:lnSpc>
              <a:spcBef>
                <a:spcPts val="458"/>
              </a:spcBef>
              <a:spcAft>
                <a:spcPts val="0"/>
              </a:spcAft>
              <a:buClr>
                <a:srgbClr val="888888"/>
              </a:buClr>
              <a:buSzPts val="1464"/>
              <a:buNone/>
              <a:defRPr sz="1464">
                <a:solidFill>
                  <a:srgbClr val="888888"/>
                </a:solidFill>
              </a:defRPr>
            </a:lvl7pPr>
            <a:lvl8pPr indent="-228600" lvl="7" marL="3657600" algn="l">
              <a:lnSpc>
                <a:spcPct val="90000"/>
              </a:lnSpc>
              <a:spcBef>
                <a:spcPts val="458"/>
              </a:spcBef>
              <a:spcAft>
                <a:spcPts val="0"/>
              </a:spcAft>
              <a:buClr>
                <a:srgbClr val="888888"/>
              </a:buClr>
              <a:buSzPts val="1464"/>
              <a:buNone/>
              <a:defRPr sz="1464">
                <a:solidFill>
                  <a:srgbClr val="888888"/>
                </a:solidFill>
              </a:defRPr>
            </a:lvl8pPr>
            <a:lvl9pPr indent="-228600" lvl="8" marL="4114800" algn="l">
              <a:lnSpc>
                <a:spcPct val="90000"/>
              </a:lnSpc>
              <a:spcBef>
                <a:spcPts val="458"/>
              </a:spcBef>
              <a:spcAft>
                <a:spcPts val="0"/>
              </a:spcAft>
              <a:buClr>
                <a:srgbClr val="888888"/>
              </a:buClr>
              <a:buSzPts val="1464"/>
              <a:buNone/>
              <a:defRPr sz="1464">
                <a:solidFill>
                  <a:srgbClr val="888888"/>
                </a:solidFill>
              </a:defRPr>
            </a:lvl9pPr>
          </a:lstStyle>
          <a:p/>
        </p:txBody>
      </p:sp>
      <p:sp>
        <p:nvSpPr>
          <p:cNvPr id="58" name="Google Shape;58;p11"/>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1"/>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1"/>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1" name="Shape 61"/>
        <p:cNvGrpSpPr/>
        <p:nvPr/>
      </p:nvGrpSpPr>
      <p:grpSpPr>
        <a:xfrm>
          <a:off x="0" y="0"/>
          <a:ext cx="0" cy="0"/>
          <a:chOff x="0" y="0"/>
          <a:chExt cx="0" cy="0"/>
        </a:xfrm>
      </p:grpSpPr>
      <p:sp>
        <p:nvSpPr>
          <p:cNvPr id="62" name="Google Shape;62;p12"/>
          <p:cNvSpPr txBox="1"/>
          <p:nvPr>
            <p:ph type="title"/>
          </p:nvPr>
        </p:nvSpPr>
        <p:spPr>
          <a:xfrm>
            <a:off x="838201" y="365126"/>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2"/>
          <p:cNvSpPr txBox="1"/>
          <p:nvPr>
            <p:ph idx="1" type="body"/>
          </p:nvPr>
        </p:nvSpPr>
        <p:spPr>
          <a:xfrm>
            <a:off x="838201" y="1825626"/>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64" name="Google Shape;64;p12"/>
          <p:cNvSpPr txBox="1"/>
          <p:nvPr>
            <p:ph idx="2" type="body"/>
          </p:nvPr>
        </p:nvSpPr>
        <p:spPr>
          <a:xfrm>
            <a:off x="6172201" y="1825626"/>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65" name="Google Shape;65;p12"/>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2"/>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2"/>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8" name="Shape 68"/>
        <p:cNvGrpSpPr/>
        <p:nvPr/>
      </p:nvGrpSpPr>
      <p:grpSpPr>
        <a:xfrm>
          <a:off x="0" y="0"/>
          <a:ext cx="0" cy="0"/>
          <a:chOff x="0" y="0"/>
          <a:chExt cx="0" cy="0"/>
        </a:xfrm>
      </p:grpSpPr>
      <p:sp>
        <p:nvSpPr>
          <p:cNvPr id="69" name="Google Shape;69;p13"/>
          <p:cNvSpPr txBox="1"/>
          <p:nvPr>
            <p:ph type="title"/>
          </p:nvPr>
        </p:nvSpPr>
        <p:spPr>
          <a:xfrm>
            <a:off x="839788" y="365126"/>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3"/>
          <p:cNvSpPr txBox="1"/>
          <p:nvPr>
            <p:ph idx="1" type="body"/>
          </p:nvPr>
        </p:nvSpPr>
        <p:spPr>
          <a:xfrm>
            <a:off x="839788" y="1681163"/>
            <a:ext cx="51577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916"/>
              </a:spcBef>
              <a:spcAft>
                <a:spcPts val="0"/>
              </a:spcAft>
              <a:buClr>
                <a:schemeClr val="dk1"/>
              </a:buClr>
              <a:buSzPts val="2197"/>
              <a:buNone/>
              <a:defRPr b="1" sz="2197"/>
            </a:lvl1pPr>
            <a:lvl2pPr indent="-228600" lvl="1" marL="914400" algn="l">
              <a:lnSpc>
                <a:spcPct val="90000"/>
              </a:lnSpc>
              <a:spcBef>
                <a:spcPts val="458"/>
              </a:spcBef>
              <a:spcAft>
                <a:spcPts val="0"/>
              </a:spcAft>
              <a:buClr>
                <a:schemeClr val="dk1"/>
              </a:buClr>
              <a:buSzPts val="1831"/>
              <a:buNone/>
              <a:defRPr b="1" sz="1831"/>
            </a:lvl2pPr>
            <a:lvl3pPr indent="-228600" lvl="2" marL="1371600" algn="l">
              <a:lnSpc>
                <a:spcPct val="90000"/>
              </a:lnSpc>
              <a:spcBef>
                <a:spcPts val="458"/>
              </a:spcBef>
              <a:spcAft>
                <a:spcPts val="0"/>
              </a:spcAft>
              <a:buClr>
                <a:schemeClr val="dk1"/>
              </a:buClr>
              <a:buSzPts val="1647"/>
              <a:buNone/>
              <a:defRPr b="1" sz="1647"/>
            </a:lvl3pPr>
            <a:lvl4pPr indent="-228600" lvl="3" marL="1828800" algn="l">
              <a:lnSpc>
                <a:spcPct val="90000"/>
              </a:lnSpc>
              <a:spcBef>
                <a:spcPts val="458"/>
              </a:spcBef>
              <a:spcAft>
                <a:spcPts val="0"/>
              </a:spcAft>
              <a:buClr>
                <a:schemeClr val="dk1"/>
              </a:buClr>
              <a:buSzPts val="1464"/>
              <a:buNone/>
              <a:defRPr b="1" sz="1464"/>
            </a:lvl4pPr>
            <a:lvl5pPr indent="-228600" lvl="4" marL="2286000" algn="l">
              <a:lnSpc>
                <a:spcPct val="90000"/>
              </a:lnSpc>
              <a:spcBef>
                <a:spcPts val="458"/>
              </a:spcBef>
              <a:spcAft>
                <a:spcPts val="0"/>
              </a:spcAft>
              <a:buClr>
                <a:schemeClr val="dk1"/>
              </a:buClr>
              <a:buSzPts val="1464"/>
              <a:buNone/>
              <a:defRPr b="1" sz="1464"/>
            </a:lvl5pPr>
            <a:lvl6pPr indent="-228600" lvl="5" marL="2743200" algn="l">
              <a:lnSpc>
                <a:spcPct val="90000"/>
              </a:lnSpc>
              <a:spcBef>
                <a:spcPts val="458"/>
              </a:spcBef>
              <a:spcAft>
                <a:spcPts val="0"/>
              </a:spcAft>
              <a:buClr>
                <a:schemeClr val="dk1"/>
              </a:buClr>
              <a:buSzPts val="1464"/>
              <a:buNone/>
              <a:defRPr b="1" sz="1464"/>
            </a:lvl6pPr>
            <a:lvl7pPr indent="-228600" lvl="6" marL="3200400" algn="l">
              <a:lnSpc>
                <a:spcPct val="90000"/>
              </a:lnSpc>
              <a:spcBef>
                <a:spcPts val="458"/>
              </a:spcBef>
              <a:spcAft>
                <a:spcPts val="0"/>
              </a:spcAft>
              <a:buClr>
                <a:schemeClr val="dk1"/>
              </a:buClr>
              <a:buSzPts val="1464"/>
              <a:buNone/>
              <a:defRPr b="1" sz="1464"/>
            </a:lvl7pPr>
            <a:lvl8pPr indent="-228600" lvl="7" marL="3657600" algn="l">
              <a:lnSpc>
                <a:spcPct val="90000"/>
              </a:lnSpc>
              <a:spcBef>
                <a:spcPts val="458"/>
              </a:spcBef>
              <a:spcAft>
                <a:spcPts val="0"/>
              </a:spcAft>
              <a:buClr>
                <a:schemeClr val="dk1"/>
              </a:buClr>
              <a:buSzPts val="1464"/>
              <a:buNone/>
              <a:defRPr b="1" sz="1464"/>
            </a:lvl8pPr>
            <a:lvl9pPr indent="-228600" lvl="8" marL="4114800" algn="l">
              <a:lnSpc>
                <a:spcPct val="90000"/>
              </a:lnSpc>
              <a:spcBef>
                <a:spcPts val="458"/>
              </a:spcBef>
              <a:spcAft>
                <a:spcPts val="0"/>
              </a:spcAft>
              <a:buClr>
                <a:schemeClr val="dk1"/>
              </a:buClr>
              <a:buSzPts val="1464"/>
              <a:buNone/>
              <a:defRPr b="1" sz="1464"/>
            </a:lvl9pPr>
          </a:lstStyle>
          <a:p/>
        </p:txBody>
      </p:sp>
      <p:sp>
        <p:nvSpPr>
          <p:cNvPr id="71" name="Google Shape;71;p13"/>
          <p:cNvSpPr txBox="1"/>
          <p:nvPr>
            <p:ph idx="2" type="body"/>
          </p:nvPr>
        </p:nvSpPr>
        <p:spPr>
          <a:xfrm>
            <a:off x="839788" y="2505075"/>
            <a:ext cx="51577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72" name="Google Shape;72;p1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916"/>
              </a:spcBef>
              <a:spcAft>
                <a:spcPts val="0"/>
              </a:spcAft>
              <a:buClr>
                <a:schemeClr val="dk1"/>
              </a:buClr>
              <a:buSzPts val="2197"/>
              <a:buNone/>
              <a:defRPr b="1" sz="2197"/>
            </a:lvl1pPr>
            <a:lvl2pPr indent="-228600" lvl="1" marL="914400" algn="l">
              <a:lnSpc>
                <a:spcPct val="90000"/>
              </a:lnSpc>
              <a:spcBef>
                <a:spcPts val="458"/>
              </a:spcBef>
              <a:spcAft>
                <a:spcPts val="0"/>
              </a:spcAft>
              <a:buClr>
                <a:schemeClr val="dk1"/>
              </a:buClr>
              <a:buSzPts val="1831"/>
              <a:buNone/>
              <a:defRPr b="1" sz="1831"/>
            </a:lvl2pPr>
            <a:lvl3pPr indent="-228600" lvl="2" marL="1371600" algn="l">
              <a:lnSpc>
                <a:spcPct val="90000"/>
              </a:lnSpc>
              <a:spcBef>
                <a:spcPts val="458"/>
              </a:spcBef>
              <a:spcAft>
                <a:spcPts val="0"/>
              </a:spcAft>
              <a:buClr>
                <a:schemeClr val="dk1"/>
              </a:buClr>
              <a:buSzPts val="1647"/>
              <a:buNone/>
              <a:defRPr b="1" sz="1647"/>
            </a:lvl3pPr>
            <a:lvl4pPr indent="-228600" lvl="3" marL="1828800" algn="l">
              <a:lnSpc>
                <a:spcPct val="90000"/>
              </a:lnSpc>
              <a:spcBef>
                <a:spcPts val="458"/>
              </a:spcBef>
              <a:spcAft>
                <a:spcPts val="0"/>
              </a:spcAft>
              <a:buClr>
                <a:schemeClr val="dk1"/>
              </a:buClr>
              <a:buSzPts val="1464"/>
              <a:buNone/>
              <a:defRPr b="1" sz="1464"/>
            </a:lvl4pPr>
            <a:lvl5pPr indent="-228600" lvl="4" marL="2286000" algn="l">
              <a:lnSpc>
                <a:spcPct val="90000"/>
              </a:lnSpc>
              <a:spcBef>
                <a:spcPts val="458"/>
              </a:spcBef>
              <a:spcAft>
                <a:spcPts val="0"/>
              </a:spcAft>
              <a:buClr>
                <a:schemeClr val="dk1"/>
              </a:buClr>
              <a:buSzPts val="1464"/>
              <a:buNone/>
              <a:defRPr b="1" sz="1464"/>
            </a:lvl5pPr>
            <a:lvl6pPr indent="-228600" lvl="5" marL="2743200" algn="l">
              <a:lnSpc>
                <a:spcPct val="90000"/>
              </a:lnSpc>
              <a:spcBef>
                <a:spcPts val="458"/>
              </a:spcBef>
              <a:spcAft>
                <a:spcPts val="0"/>
              </a:spcAft>
              <a:buClr>
                <a:schemeClr val="dk1"/>
              </a:buClr>
              <a:buSzPts val="1464"/>
              <a:buNone/>
              <a:defRPr b="1" sz="1464"/>
            </a:lvl6pPr>
            <a:lvl7pPr indent="-228600" lvl="6" marL="3200400" algn="l">
              <a:lnSpc>
                <a:spcPct val="90000"/>
              </a:lnSpc>
              <a:spcBef>
                <a:spcPts val="458"/>
              </a:spcBef>
              <a:spcAft>
                <a:spcPts val="0"/>
              </a:spcAft>
              <a:buClr>
                <a:schemeClr val="dk1"/>
              </a:buClr>
              <a:buSzPts val="1464"/>
              <a:buNone/>
              <a:defRPr b="1" sz="1464"/>
            </a:lvl7pPr>
            <a:lvl8pPr indent="-228600" lvl="7" marL="3657600" algn="l">
              <a:lnSpc>
                <a:spcPct val="90000"/>
              </a:lnSpc>
              <a:spcBef>
                <a:spcPts val="458"/>
              </a:spcBef>
              <a:spcAft>
                <a:spcPts val="0"/>
              </a:spcAft>
              <a:buClr>
                <a:schemeClr val="dk1"/>
              </a:buClr>
              <a:buSzPts val="1464"/>
              <a:buNone/>
              <a:defRPr b="1" sz="1464"/>
            </a:lvl8pPr>
            <a:lvl9pPr indent="-228600" lvl="8" marL="4114800" algn="l">
              <a:lnSpc>
                <a:spcPct val="90000"/>
              </a:lnSpc>
              <a:spcBef>
                <a:spcPts val="458"/>
              </a:spcBef>
              <a:spcAft>
                <a:spcPts val="0"/>
              </a:spcAft>
              <a:buClr>
                <a:schemeClr val="dk1"/>
              </a:buClr>
              <a:buSzPts val="1464"/>
              <a:buNone/>
              <a:defRPr b="1" sz="1464"/>
            </a:lvl9pPr>
          </a:lstStyle>
          <a:p/>
        </p:txBody>
      </p:sp>
      <p:sp>
        <p:nvSpPr>
          <p:cNvPr id="73" name="Google Shape;73;p1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74" name="Google Shape;74;p13"/>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3"/>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3"/>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14"/>
          <p:cNvSpPr txBox="1"/>
          <p:nvPr>
            <p:ph type="title"/>
          </p:nvPr>
        </p:nvSpPr>
        <p:spPr>
          <a:xfrm>
            <a:off x="838201" y="365126"/>
            <a:ext cx="10515600" cy="57515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563"/>
              <a:buFont typeface="Arial"/>
              <a:buNone/>
              <a:defRPr sz="2563">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4"/>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4"/>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4"/>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2" name="Shape 82"/>
        <p:cNvGrpSpPr/>
        <p:nvPr/>
      </p:nvGrpSpPr>
      <p:grpSpPr>
        <a:xfrm>
          <a:off x="0" y="0"/>
          <a:ext cx="0" cy="0"/>
          <a:chOff x="0" y="0"/>
          <a:chExt cx="0" cy="0"/>
        </a:xfrm>
      </p:grpSpPr>
      <p:sp>
        <p:nvSpPr>
          <p:cNvPr id="83" name="Google Shape;83;p15"/>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5"/>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5"/>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6" name="Shape 86"/>
        <p:cNvGrpSpPr/>
        <p:nvPr/>
      </p:nvGrpSpPr>
      <p:grpSpPr>
        <a:xfrm>
          <a:off x="0" y="0"/>
          <a:ext cx="0" cy="0"/>
          <a:chOff x="0" y="0"/>
          <a:chExt cx="0" cy="0"/>
        </a:xfrm>
      </p:grpSpPr>
      <p:sp>
        <p:nvSpPr>
          <p:cNvPr id="87" name="Google Shape;87;p16"/>
          <p:cNvSpPr txBox="1"/>
          <p:nvPr>
            <p:ph type="title"/>
          </p:nvPr>
        </p:nvSpPr>
        <p:spPr>
          <a:xfrm>
            <a:off x="839790"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930"/>
              <a:buFont typeface="Calibri"/>
              <a:buNone/>
              <a:defRPr sz="293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6"/>
          <p:cNvSpPr txBox="1"/>
          <p:nvPr>
            <p:ph idx="1" type="body"/>
          </p:nvPr>
        </p:nvSpPr>
        <p:spPr>
          <a:xfrm>
            <a:off x="5183188" y="987426"/>
            <a:ext cx="6172201" cy="4873625"/>
          </a:xfrm>
          <a:prstGeom prst="rect">
            <a:avLst/>
          </a:prstGeom>
          <a:noFill/>
          <a:ln>
            <a:noFill/>
          </a:ln>
        </p:spPr>
        <p:txBody>
          <a:bodyPr anchorCtr="0" anchor="t" bIns="45700" lIns="91425" spcFirstLastPara="1" rIns="91425" wrap="square" tIns="45700">
            <a:normAutofit/>
          </a:bodyPr>
          <a:lstStyle>
            <a:lvl1pPr indent="-414655" lvl="0" marL="457200" algn="l">
              <a:lnSpc>
                <a:spcPct val="90000"/>
              </a:lnSpc>
              <a:spcBef>
                <a:spcPts val="916"/>
              </a:spcBef>
              <a:spcAft>
                <a:spcPts val="0"/>
              </a:spcAft>
              <a:buClr>
                <a:schemeClr val="dk1"/>
              </a:buClr>
              <a:buSzPts val="2930"/>
              <a:buChar char="•"/>
              <a:defRPr sz="2930"/>
            </a:lvl1pPr>
            <a:lvl2pPr indent="-391350" lvl="1" marL="914400" algn="l">
              <a:lnSpc>
                <a:spcPct val="90000"/>
              </a:lnSpc>
              <a:spcBef>
                <a:spcPts val="458"/>
              </a:spcBef>
              <a:spcAft>
                <a:spcPts val="0"/>
              </a:spcAft>
              <a:buClr>
                <a:schemeClr val="dk1"/>
              </a:buClr>
              <a:buSzPts val="2563"/>
              <a:buChar char="•"/>
              <a:defRPr sz="2563"/>
            </a:lvl2pPr>
            <a:lvl3pPr indent="-368110" lvl="2" marL="1371600" algn="l">
              <a:lnSpc>
                <a:spcPct val="90000"/>
              </a:lnSpc>
              <a:spcBef>
                <a:spcPts val="458"/>
              </a:spcBef>
              <a:spcAft>
                <a:spcPts val="0"/>
              </a:spcAft>
              <a:buClr>
                <a:schemeClr val="dk1"/>
              </a:buClr>
              <a:buSzPts val="2197"/>
              <a:buChar char="•"/>
              <a:defRPr sz="2197"/>
            </a:lvl3pPr>
            <a:lvl4pPr indent="-344868" lvl="3" marL="1828800" algn="l">
              <a:lnSpc>
                <a:spcPct val="90000"/>
              </a:lnSpc>
              <a:spcBef>
                <a:spcPts val="458"/>
              </a:spcBef>
              <a:spcAft>
                <a:spcPts val="0"/>
              </a:spcAft>
              <a:buClr>
                <a:schemeClr val="dk1"/>
              </a:buClr>
              <a:buSzPts val="1831"/>
              <a:buChar char="•"/>
              <a:defRPr sz="1831"/>
            </a:lvl4pPr>
            <a:lvl5pPr indent="-344868" lvl="4" marL="2286000" algn="l">
              <a:lnSpc>
                <a:spcPct val="90000"/>
              </a:lnSpc>
              <a:spcBef>
                <a:spcPts val="458"/>
              </a:spcBef>
              <a:spcAft>
                <a:spcPts val="0"/>
              </a:spcAft>
              <a:buClr>
                <a:schemeClr val="dk1"/>
              </a:buClr>
              <a:buSzPts val="1831"/>
              <a:buChar char="•"/>
              <a:defRPr sz="1831"/>
            </a:lvl5pPr>
            <a:lvl6pPr indent="-344868" lvl="5" marL="2743200" algn="l">
              <a:lnSpc>
                <a:spcPct val="90000"/>
              </a:lnSpc>
              <a:spcBef>
                <a:spcPts val="458"/>
              </a:spcBef>
              <a:spcAft>
                <a:spcPts val="0"/>
              </a:spcAft>
              <a:buClr>
                <a:schemeClr val="dk1"/>
              </a:buClr>
              <a:buSzPts val="1831"/>
              <a:buChar char="•"/>
              <a:defRPr sz="1831"/>
            </a:lvl6pPr>
            <a:lvl7pPr indent="-344868" lvl="6" marL="3200400" algn="l">
              <a:lnSpc>
                <a:spcPct val="90000"/>
              </a:lnSpc>
              <a:spcBef>
                <a:spcPts val="458"/>
              </a:spcBef>
              <a:spcAft>
                <a:spcPts val="0"/>
              </a:spcAft>
              <a:buClr>
                <a:schemeClr val="dk1"/>
              </a:buClr>
              <a:buSzPts val="1831"/>
              <a:buChar char="•"/>
              <a:defRPr sz="1831"/>
            </a:lvl7pPr>
            <a:lvl8pPr indent="-344868" lvl="7" marL="3657600" algn="l">
              <a:lnSpc>
                <a:spcPct val="90000"/>
              </a:lnSpc>
              <a:spcBef>
                <a:spcPts val="458"/>
              </a:spcBef>
              <a:spcAft>
                <a:spcPts val="0"/>
              </a:spcAft>
              <a:buClr>
                <a:schemeClr val="dk1"/>
              </a:buClr>
              <a:buSzPts val="1831"/>
              <a:buChar char="•"/>
              <a:defRPr sz="1831"/>
            </a:lvl8pPr>
            <a:lvl9pPr indent="-344868" lvl="8" marL="4114800" algn="l">
              <a:lnSpc>
                <a:spcPct val="90000"/>
              </a:lnSpc>
              <a:spcBef>
                <a:spcPts val="458"/>
              </a:spcBef>
              <a:spcAft>
                <a:spcPts val="0"/>
              </a:spcAft>
              <a:buClr>
                <a:schemeClr val="dk1"/>
              </a:buClr>
              <a:buSzPts val="1831"/>
              <a:buChar char="•"/>
              <a:defRPr sz="1831"/>
            </a:lvl9pPr>
          </a:lstStyle>
          <a:p/>
        </p:txBody>
      </p:sp>
      <p:sp>
        <p:nvSpPr>
          <p:cNvPr id="89" name="Google Shape;89;p16"/>
          <p:cNvSpPr txBox="1"/>
          <p:nvPr>
            <p:ph idx="2" type="body"/>
          </p:nvPr>
        </p:nvSpPr>
        <p:spPr>
          <a:xfrm>
            <a:off x="839790"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916"/>
              </a:spcBef>
              <a:spcAft>
                <a:spcPts val="0"/>
              </a:spcAft>
              <a:buClr>
                <a:schemeClr val="dk1"/>
              </a:buClr>
              <a:buSzPts val="1464"/>
              <a:buNone/>
              <a:defRPr sz="1464"/>
            </a:lvl1pPr>
            <a:lvl2pPr indent="-228600" lvl="1" marL="914400" algn="l">
              <a:lnSpc>
                <a:spcPct val="90000"/>
              </a:lnSpc>
              <a:spcBef>
                <a:spcPts val="458"/>
              </a:spcBef>
              <a:spcAft>
                <a:spcPts val="0"/>
              </a:spcAft>
              <a:buClr>
                <a:schemeClr val="dk1"/>
              </a:buClr>
              <a:buSzPts val="1281"/>
              <a:buNone/>
              <a:defRPr sz="1281"/>
            </a:lvl2pPr>
            <a:lvl3pPr indent="-228600" lvl="2" marL="1371600" algn="l">
              <a:lnSpc>
                <a:spcPct val="90000"/>
              </a:lnSpc>
              <a:spcBef>
                <a:spcPts val="458"/>
              </a:spcBef>
              <a:spcAft>
                <a:spcPts val="0"/>
              </a:spcAft>
              <a:buClr>
                <a:schemeClr val="dk1"/>
              </a:buClr>
              <a:buSzPts val="1098"/>
              <a:buNone/>
              <a:defRPr sz="1098"/>
            </a:lvl3pPr>
            <a:lvl4pPr indent="-228600" lvl="3" marL="1828800" algn="l">
              <a:lnSpc>
                <a:spcPct val="90000"/>
              </a:lnSpc>
              <a:spcBef>
                <a:spcPts val="458"/>
              </a:spcBef>
              <a:spcAft>
                <a:spcPts val="0"/>
              </a:spcAft>
              <a:buClr>
                <a:schemeClr val="dk1"/>
              </a:buClr>
              <a:buSzPts val="916"/>
              <a:buNone/>
              <a:defRPr sz="916"/>
            </a:lvl4pPr>
            <a:lvl5pPr indent="-228600" lvl="4" marL="2286000" algn="l">
              <a:lnSpc>
                <a:spcPct val="90000"/>
              </a:lnSpc>
              <a:spcBef>
                <a:spcPts val="458"/>
              </a:spcBef>
              <a:spcAft>
                <a:spcPts val="0"/>
              </a:spcAft>
              <a:buClr>
                <a:schemeClr val="dk1"/>
              </a:buClr>
              <a:buSzPts val="916"/>
              <a:buNone/>
              <a:defRPr sz="916"/>
            </a:lvl5pPr>
            <a:lvl6pPr indent="-228600" lvl="5" marL="2743200" algn="l">
              <a:lnSpc>
                <a:spcPct val="90000"/>
              </a:lnSpc>
              <a:spcBef>
                <a:spcPts val="458"/>
              </a:spcBef>
              <a:spcAft>
                <a:spcPts val="0"/>
              </a:spcAft>
              <a:buClr>
                <a:schemeClr val="dk1"/>
              </a:buClr>
              <a:buSzPts val="916"/>
              <a:buNone/>
              <a:defRPr sz="916"/>
            </a:lvl6pPr>
            <a:lvl7pPr indent="-228600" lvl="6" marL="3200400" algn="l">
              <a:lnSpc>
                <a:spcPct val="90000"/>
              </a:lnSpc>
              <a:spcBef>
                <a:spcPts val="458"/>
              </a:spcBef>
              <a:spcAft>
                <a:spcPts val="0"/>
              </a:spcAft>
              <a:buClr>
                <a:schemeClr val="dk1"/>
              </a:buClr>
              <a:buSzPts val="916"/>
              <a:buNone/>
              <a:defRPr sz="916"/>
            </a:lvl7pPr>
            <a:lvl8pPr indent="-228600" lvl="7" marL="3657600" algn="l">
              <a:lnSpc>
                <a:spcPct val="90000"/>
              </a:lnSpc>
              <a:spcBef>
                <a:spcPts val="458"/>
              </a:spcBef>
              <a:spcAft>
                <a:spcPts val="0"/>
              </a:spcAft>
              <a:buClr>
                <a:schemeClr val="dk1"/>
              </a:buClr>
              <a:buSzPts val="916"/>
              <a:buNone/>
              <a:defRPr sz="916"/>
            </a:lvl8pPr>
            <a:lvl9pPr indent="-228600" lvl="8" marL="4114800" algn="l">
              <a:lnSpc>
                <a:spcPct val="90000"/>
              </a:lnSpc>
              <a:spcBef>
                <a:spcPts val="458"/>
              </a:spcBef>
              <a:spcAft>
                <a:spcPts val="0"/>
              </a:spcAft>
              <a:buClr>
                <a:schemeClr val="dk1"/>
              </a:buClr>
              <a:buSzPts val="916"/>
              <a:buNone/>
              <a:defRPr sz="916"/>
            </a:lvl9pPr>
          </a:lstStyle>
          <a:p/>
        </p:txBody>
      </p:sp>
      <p:sp>
        <p:nvSpPr>
          <p:cNvPr id="90" name="Google Shape;90;p16"/>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6"/>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6"/>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3" name="Shape 93"/>
        <p:cNvGrpSpPr/>
        <p:nvPr/>
      </p:nvGrpSpPr>
      <p:grpSpPr>
        <a:xfrm>
          <a:off x="0" y="0"/>
          <a:ext cx="0" cy="0"/>
          <a:chOff x="0" y="0"/>
          <a:chExt cx="0" cy="0"/>
        </a:xfrm>
      </p:grpSpPr>
      <p:sp>
        <p:nvSpPr>
          <p:cNvPr id="94" name="Google Shape;94;p17"/>
          <p:cNvSpPr txBox="1"/>
          <p:nvPr>
            <p:ph type="title"/>
          </p:nvPr>
        </p:nvSpPr>
        <p:spPr>
          <a:xfrm>
            <a:off x="839790"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930"/>
              <a:buFont typeface="Calibri"/>
              <a:buNone/>
              <a:defRPr sz="293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17"/>
          <p:cNvSpPr/>
          <p:nvPr>
            <p:ph idx="2" type="pic"/>
          </p:nvPr>
        </p:nvSpPr>
        <p:spPr>
          <a:xfrm>
            <a:off x="5183188" y="987426"/>
            <a:ext cx="6172201" cy="4873625"/>
          </a:xfrm>
          <a:prstGeom prst="rect">
            <a:avLst/>
          </a:prstGeom>
          <a:noFill/>
          <a:ln>
            <a:noFill/>
          </a:ln>
        </p:spPr>
      </p:sp>
      <p:sp>
        <p:nvSpPr>
          <p:cNvPr id="96" name="Google Shape;96;p17"/>
          <p:cNvSpPr txBox="1"/>
          <p:nvPr>
            <p:ph idx="1" type="body"/>
          </p:nvPr>
        </p:nvSpPr>
        <p:spPr>
          <a:xfrm>
            <a:off x="839790"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916"/>
              </a:spcBef>
              <a:spcAft>
                <a:spcPts val="0"/>
              </a:spcAft>
              <a:buClr>
                <a:schemeClr val="dk1"/>
              </a:buClr>
              <a:buSzPts val="1464"/>
              <a:buNone/>
              <a:defRPr sz="1464"/>
            </a:lvl1pPr>
            <a:lvl2pPr indent="-228600" lvl="1" marL="914400" algn="l">
              <a:lnSpc>
                <a:spcPct val="90000"/>
              </a:lnSpc>
              <a:spcBef>
                <a:spcPts val="458"/>
              </a:spcBef>
              <a:spcAft>
                <a:spcPts val="0"/>
              </a:spcAft>
              <a:buClr>
                <a:schemeClr val="dk1"/>
              </a:buClr>
              <a:buSzPts val="1281"/>
              <a:buNone/>
              <a:defRPr sz="1281"/>
            </a:lvl2pPr>
            <a:lvl3pPr indent="-228600" lvl="2" marL="1371600" algn="l">
              <a:lnSpc>
                <a:spcPct val="90000"/>
              </a:lnSpc>
              <a:spcBef>
                <a:spcPts val="458"/>
              </a:spcBef>
              <a:spcAft>
                <a:spcPts val="0"/>
              </a:spcAft>
              <a:buClr>
                <a:schemeClr val="dk1"/>
              </a:buClr>
              <a:buSzPts val="1098"/>
              <a:buNone/>
              <a:defRPr sz="1098"/>
            </a:lvl3pPr>
            <a:lvl4pPr indent="-228600" lvl="3" marL="1828800" algn="l">
              <a:lnSpc>
                <a:spcPct val="90000"/>
              </a:lnSpc>
              <a:spcBef>
                <a:spcPts val="458"/>
              </a:spcBef>
              <a:spcAft>
                <a:spcPts val="0"/>
              </a:spcAft>
              <a:buClr>
                <a:schemeClr val="dk1"/>
              </a:buClr>
              <a:buSzPts val="916"/>
              <a:buNone/>
              <a:defRPr sz="916"/>
            </a:lvl4pPr>
            <a:lvl5pPr indent="-228600" lvl="4" marL="2286000" algn="l">
              <a:lnSpc>
                <a:spcPct val="90000"/>
              </a:lnSpc>
              <a:spcBef>
                <a:spcPts val="458"/>
              </a:spcBef>
              <a:spcAft>
                <a:spcPts val="0"/>
              </a:spcAft>
              <a:buClr>
                <a:schemeClr val="dk1"/>
              </a:buClr>
              <a:buSzPts val="916"/>
              <a:buNone/>
              <a:defRPr sz="916"/>
            </a:lvl5pPr>
            <a:lvl6pPr indent="-228600" lvl="5" marL="2743200" algn="l">
              <a:lnSpc>
                <a:spcPct val="90000"/>
              </a:lnSpc>
              <a:spcBef>
                <a:spcPts val="458"/>
              </a:spcBef>
              <a:spcAft>
                <a:spcPts val="0"/>
              </a:spcAft>
              <a:buClr>
                <a:schemeClr val="dk1"/>
              </a:buClr>
              <a:buSzPts val="916"/>
              <a:buNone/>
              <a:defRPr sz="916"/>
            </a:lvl6pPr>
            <a:lvl7pPr indent="-228600" lvl="6" marL="3200400" algn="l">
              <a:lnSpc>
                <a:spcPct val="90000"/>
              </a:lnSpc>
              <a:spcBef>
                <a:spcPts val="458"/>
              </a:spcBef>
              <a:spcAft>
                <a:spcPts val="0"/>
              </a:spcAft>
              <a:buClr>
                <a:schemeClr val="dk1"/>
              </a:buClr>
              <a:buSzPts val="916"/>
              <a:buNone/>
              <a:defRPr sz="916"/>
            </a:lvl7pPr>
            <a:lvl8pPr indent="-228600" lvl="7" marL="3657600" algn="l">
              <a:lnSpc>
                <a:spcPct val="90000"/>
              </a:lnSpc>
              <a:spcBef>
                <a:spcPts val="458"/>
              </a:spcBef>
              <a:spcAft>
                <a:spcPts val="0"/>
              </a:spcAft>
              <a:buClr>
                <a:schemeClr val="dk1"/>
              </a:buClr>
              <a:buSzPts val="916"/>
              <a:buNone/>
              <a:defRPr sz="916"/>
            </a:lvl8pPr>
            <a:lvl9pPr indent="-228600" lvl="8" marL="4114800" algn="l">
              <a:lnSpc>
                <a:spcPct val="90000"/>
              </a:lnSpc>
              <a:spcBef>
                <a:spcPts val="458"/>
              </a:spcBef>
              <a:spcAft>
                <a:spcPts val="0"/>
              </a:spcAft>
              <a:buClr>
                <a:schemeClr val="dk1"/>
              </a:buClr>
              <a:buSzPts val="916"/>
              <a:buNone/>
              <a:defRPr sz="916"/>
            </a:lvl9pPr>
          </a:lstStyle>
          <a:p/>
        </p:txBody>
      </p:sp>
      <p:sp>
        <p:nvSpPr>
          <p:cNvPr id="97" name="Google Shape;97;p17"/>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7"/>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7"/>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0" name="Shape 100"/>
        <p:cNvGrpSpPr/>
        <p:nvPr/>
      </p:nvGrpSpPr>
      <p:grpSpPr>
        <a:xfrm>
          <a:off x="0" y="0"/>
          <a:ext cx="0" cy="0"/>
          <a:chOff x="0" y="0"/>
          <a:chExt cx="0" cy="0"/>
        </a:xfrm>
      </p:grpSpPr>
      <p:sp>
        <p:nvSpPr>
          <p:cNvPr id="101" name="Google Shape;101;p18"/>
          <p:cNvSpPr txBox="1"/>
          <p:nvPr>
            <p:ph type="title"/>
          </p:nvPr>
        </p:nvSpPr>
        <p:spPr>
          <a:xfrm>
            <a:off x="838201" y="365126"/>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18"/>
          <p:cNvSpPr txBox="1"/>
          <p:nvPr>
            <p:ph idx="1" type="body"/>
          </p:nvPr>
        </p:nvSpPr>
        <p:spPr>
          <a:xfrm rot="5400000">
            <a:off x="3920332" y="-1256505"/>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103" name="Google Shape;103;p18"/>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18"/>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8"/>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6" name="Shape 106"/>
        <p:cNvGrpSpPr/>
        <p:nvPr/>
      </p:nvGrpSpPr>
      <p:grpSpPr>
        <a:xfrm>
          <a:off x="0" y="0"/>
          <a:ext cx="0" cy="0"/>
          <a:chOff x="0" y="0"/>
          <a:chExt cx="0" cy="0"/>
        </a:xfrm>
      </p:grpSpPr>
      <p:sp>
        <p:nvSpPr>
          <p:cNvPr id="107" name="Google Shape;107;p1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1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109" name="Google Shape;109;p19"/>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19"/>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19"/>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OBJECT_1">
    <p:spTree>
      <p:nvGrpSpPr>
        <p:cNvPr id="112" name="Shape 112"/>
        <p:cNvGrpSpPr/>
        <p:nvPr/>
      </p:nvGrpSpPr>
      <p:grpSpPr>
        <a:xfrm>
          <a:off x="0" y="0"/>
          <a:ext cx="0" cy="0"/>
          <a:chOff x="0" y="0"/>
          <a:chExt cx="0" cy="0"/>
        </a:xfrm>
      </p:grpSpPr>
      <p:sp>
        <p:nvSpPr>
          <p:cNvPr id="113" name="Google Shape;113;h53dee106083bfba5_0_263"/>
          <p:cNvSpPr txBox="1"/>
          <p:nvPr>
            <p:ph idx="11" type="ftr"/>
          </p:nvPr>
        </p:nvSpPr>
        <p:spPr>
          <a:xfrm>
            <a:off x="4145280" y="6377942"/>
            <a:ext cx="3901500" cy="259200"/>
          </a:xfrm>
          <a:prstGeom prst="rect">
            <a:avLst/>
          </a:prstGeom>
          <a:noFill/>
          <a:ln>
            <a:noFill/>
          </a:ln>
        </p:spPr>
        <p:txBody>
          <a:bodyPr anchorCtr="0" anchor="t" bIns="0" lIns="0" spcFirstLastPara="1" rIns="0" wrap="square" tIns="0">
            <a:spAutoFit/>
          </a:bodyPr>
          <a:lstStyle>
            <a:lvl1pPr lvl="0" algn="ctr">
              <a:spcBef>
                <a:spcPts val="0"/>
              </a:spcBef>
              <a:spcAft>
                <a:spcPts val="0"/>
              </a:spcAft>
              <a:buClr>
                <a:srgbClr val="888888"/>
              </a:buClr>
              <a:buSzPts val="1400"/>
              <a:buFont typeface="Calibri"/>
              <a:buNone/>
              <a:defRPr>
                <a:solidFill>
                  <a:srgbClr val="888888"/>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14" name="Google Shape;114;h53dee106083bfba5_0_263"/>
          <p:cNvSpPr txBox="1"/>
          <p:nvPr>
            <p:ph idx="10" type="dt"/>
          </p:nvPr>
        </p:nvSpPr>
        <p:spPr>
          <a:xfrm>
            <a:off x="609600" y="6377942"/>
            <a:ext cx="2804100" cy="259200"/>
          </a:xfrm>
          <a:prstGeom prst="rect">
            <a:avLst/>
          </a:prstGeom>
          <a:noFill/>
          <a:ln>
            <a:noFill/>
          </a:ln>
        </p:spPr>
        <p:txBody>
          <a:bodyPr anchorCtr="0" anchor="t" bIns="0" lIns="0" spcFirstLastPara="1" rIns="0" wrap="square" tIns="0">
            <a:spAutoFit/>
          </a:bodyPr>
          <a:lstStyle>
            <a:lvl1pPr lvl="0" algn="l">
              <a:spcBef>
                <a:spcPts val="0"/>
              </a:spcBef>
              <a:spcAft>
                <a:spcPts val="0"/>
              </a:spcAft>
              <a:buClr>
                <a:srgbClr val="888888"/>
              </a:buClr>
              <a:buSzPts val="1400"/>
              <a:buFont typeface="Calibri"/>
              <a:buNone/>
              <a:defRPr>
                <a:solidFill>
                  <a:srgbClr val="888888"/>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15" name="Google Shape;115;h53dee106083bfba5_0_263"/>
          <p:cNvSpPr txBox="1"/>
          <p:nvPr>
            <p:ph idx="12" type="sldNum"/>
          </p:nvPr>
        </p:nvSpPr>
        <p:spPr>
          <a:xfrm>
            <a:off x="8778240" y="6377940"/>
            <a:ext cx="2804100" cy="188700"/>
          </a:xfrm>
          <a:prstGeom prst="rect">
            <a:avLst/>
          </a:prstGeom>
          <a:noFill/>
          <a:ln>
            <a:noFill/>
          </a:ln>
        </p:spPr>
        <p:txBody>
          <a:bodyPr anchorCtr="0" anchor="t" bIns="0" lIns="0" spcFirstLastPara="1" rIns="0" wrap="square" tIns="0">
            <a:spAutoFit/>
          </a:bodyPr>
          <a:lstStyle>
            <a:lvl1pPr indent="0" lvl="0"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1pPr>
            <a:lvl2pPr indent="0" lvl="1"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2pPr>
            <a:lvl3pPr indent="0" lvl="2"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3pPr>
            <a:lvl4pPr indent="0" lvl="3"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4pPr>
            <a:lvl5pPr indent="0" lvl="4"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5pPr>
            <a:lvl6pPr indent="0" lvl="5"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6pPr>
            <a:lvl7pPr indent="0" lvl="6"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7pPr>
            <a:lvl8pPr indent="0" lvl="7"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8pPr>
            <a:lvl9pPr indent="0" lvl="8" mar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2" name="Shape 122"/>
        <p:cNvGrpSpPr/>
        <p:nvPr/>
      </p:nvGrpSpPr>
      <p:grpSpPr>
        <a:xfrm>
          <a:off x="0" y="0"/>
          <a:ext cx="0" cy="0"/>
          <a:chOff x="0" y="0"/>
          <a:chExt cx="0" cy="0"/>
        </a:xfrm>
      </p:grpSpPr>
      <p:sp>
        <p:nvSpPr>
          <p:cNvPr id="123" name="Google Shape;123;h7c373c2e280f5525_0_121"/>
          <p:cNvSpPr txBox="1"/>
          <p:nvPr>
            <p:ph type="title"/>
          </p:nvPr>
        </p:nvSpPr>
        <p:spPr>
          <a:xfrm>
            <a:off x="838201"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h7c373c2e280f5525_0_121"/>
          <p:cNvSpPr txBox="1"/>
          <p:nvPr>
            <p:ph idx="1" type="body"/>
          </p:nvPr>
        </p:nvSpPr>
        <p:spPr>
          <a:xfrm>
            <a:off x="838201" y="1825626"/>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125" name="Google Shape;125;h7c373c2e280f5525_0_121"/>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h7c373c2e280f5525_0_121"/>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h7c373c2e280f5525_0_121"/>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8" name="Shape 128"/>
        <p:cNvGrpSpPr/>
        <p:nvPr/>
      </p:nvGrpSpPr>
      <p:grpSpPr>
        <a:xfrm>
          <a:off x="0" y="0"/>
          <a:ext cx="0" cy="0"/>
          <a:chOff x="0" y="0"/>
          <a:chExt cx="0" cy="0"/>
        </a:xfrm>
      </p:grpSpPr>
      <p:sp>
        <p:nvSpPr>
          <p:cNvPr id="129" name="Google Shape;129;h7c373c2e280f5525_0_127"/>
          <p:cNvSpPr txBox="1"/>
          <p:nvPr>
            <p:ph type="ctrTitle"/>
          </p:nvPr>
        </p:nvSpPr>
        <p:spPr>
          <a:xfrm>
            <a:off x="1524000" y="1122364"/>
            <a:ext cx="9144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5492"/>
              <a:buFont typeface="Calibri"/>
              <a:buNone/>
              <a:defRPr sz="5492"/>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h7c373c2e280f5525_0_127"/>
          <p:cNvSpPr txBox="1"/>
          <p:nvPr>
            <p:ph idx="1" type="subTitle"/>
          </p:nvPr>
        </p:nvSpPr>
        <p:spPr>
          <a:xfrm>
            <a:off x="1524000" y="3602038"/>
            <a:ext cx="9144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916"/>
              </a:spcBef>
              <a:spcAft>
                <a:spcPts val="0"/>
              </a:spcAft>
              <a:buClr>
                <a:schemeClr val="dk1"/>
              </a:buClr>
              <a:buSzPts val="2197"/>
              <a:buNone/>
              <a:defRPr sz="2197"/>
            </a:lvl1pPr>
            <a:lvl2pPr lvl="1" algn="ctr">
              <a:lnSpc>
                <a:spcPct val="90000"/>
              </a:lnSpc>
              <a:spcBef>
                <a:spcPts val="458"/>
              </a:spcBef>
              <a:spcAft>
                <a:spcPts val="0"/>
              </a:spcAft>
              <a:buClr>
                <a:schemeClr val="dk1"/>
              </a:buClr>
              <a:buSzPts val="1831"/>
              <a:buNone/>
              <a:defRPr sz="1831"/>
            </a:lvl2pPr>
            <a:lvl3pPr lvl="2" algn="ctr">
              <a:lnSpc>
                <a:spcPct val="90000"/>
              </a:lnSpc>
              <a:spcBef>
                <a:spcPts val="458"/>
              </a:spcBef>
              <a:spcAft>
                <a:spcPts val="0"/>
              </a:spcAft>
              <a:buClr>
                <a:schemeClr val="dk1"/>
              </a:buClr>
              <a:buSzPts val="1647"/>
              <a:buNone/>
              <a:defRPr sz="1647"/>
            </a:lvl3pPr>
            <a:lvl4pPr lvl="3" algn="ctr">
              <a:lnSpc>
                <a:spcPct val="90000"/>
              </a:lnSpc>
              <a:spcBef>
                <a:spcPts val="458"/>
              </a:spcBef>
              <a:spcAft>
                <a:spcPts val="0"/>
              </a:spcAft>
              <a:buClr>
                <a:schemeClr val="dk1"/>
              </a:buClr>
              <a:buSzPts val="1464"/>
              <a:buNone/>
              <a:defRPr sz="1464"/>
            </a:lvl4pPr>
            <a:lvl5pPr lvl="4" algn="ctr">
              <a:lnSpc>
                <a:spcPct val="90000"/>
              </a:lnSpc>
              <a:spcBef>
                <a:spcPts val="458"/>
              </a:spcBef>
              <a:spcAft>
                <a:spcPts val="0"/>
              </a:spcAft>
              <a:buClr>
                <a:schemeClr val="dk1"/>
              </a:buClr>
              <a:buSzPts val="1464"/>
              <a:buNone/>
              <a:defRPr sz="1464"/>
            </a:lvl5pPr>
            <a:lvl6pPr lvl="5" algn="ctr">
              <a:lnSpc>
                <a:spcPct val="90000"/>
              </a:lnSpc>
              <a:spcBef>
                <a:spcPts val="458"/>
              </a:spcBef>
              <a:spcAft>
                <a:spcPts val="0"/>
              </a:spcAft>
              <a:buClr>
                <a:schemeClr val="dk1"/>
              </a:buClr>
              <a:buSzPts val="1464"/>
              <a:buNone/>
              <a:defRPr sz="1464"/>
            </a:lvl6pPr>
            <a:lvl7pPr lvl="6" algn="ctr">
              <a:lnSpc>
                <a:spcPct val="90000"/>
              </a:lnSpc>
              <a:spcBef>
                <a:spcPts val="458"/>
              </a:spcBef>
              <a:spcAft>
                <a:spcPts val="0"/>
              </a:spcAft>
              <a:buClr>
                <a:schemeClr val="dk1"/>
              </a:buClr>
              <a:buSzPts val="1464"/>
              <a:buNone/>
              <a:defRPr sz="1464"/>
            </a:lvl7pPr>
            <a:lvl8pPr lvl="7" algn="ctr">
              <a:lnSpc>
                <a:spcPct val="90000"/>
              </a:lnSpc>
              <a:spcBef>
                <a:spcPts val="458"/>
              </a:spcBef>
              <a:spcAft>
                <a:spcPts val="0"/>
              </a:spcAft>
              <a:buClr>
                <a:schemeClr val="dk1"/>
              </a:buClr>
              <a:buSzPts val="1464"/>
              <a:buNone/>
              <a:defRPr sz="1464"/>
            </a:lvl8pPr>
            <a:lvl9pPr lvl="8" algn="ctr">
              <a:lnSpc>
                <a:spcPct val="90000"/>
              </a:lnSpc>
              <a:spcBef>
                <a:spcPts val="458"/>
              </a:spcBef>
              <a:spcAft>
                <a:spcPts val="0"/>
              </a:spcAft>
              <a:buClr>
                <a:schemeClr val="dk1"/>
              </a:buClr>
              <a:buSzPts val="1464"/>
              <a:buNone/>
              <a:defRPr sz="1464"/>
            </a:lvl9pPr>
          </a:lstStyle>
          <a:p/>
        </p:txBody>
      </p:sp>
      <p:sp>
        <p:nvSpPr>
          <p:cNvPr id="131" name="Google Shape;131;h7c373c2e280f5525_0_127"/>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h7c373c2e280f5525_0_127"/>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h7c373c2e280f5525_0_127"/>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4" name="Shape 134"/>
        <p:cNvGrpSpPr/>
        <p:nvPr/>
      </p:nvGrpSpPr>
      <p:grpSpPr>
        <a:xfrm>
          <a:off x="0" y="0"/>
          <a:ext cx="0" cy="0"/>
          <a:chOff x="0" y="0"/>
          <a:chExt cx="0" cy="0"/>
        </a:xfrm>
      </p:grpSpPr>
      <p:sp>
        <p:nvSpPr>
          <p:cNvPr id="135" name="Google Shape;135;h7c373c2e280f5525_0_133"/>
          <p:cNvSpPr txBox="1"/>
          <p:nvPr>
            <p:ph type="title"/>
          </p:nvPr>
        </p:nvSpPr>
        <p:spPr>
          <a:xfrm>
            <a:off x="831851" y="1709739"/>
            <a:ext cx="10515600" cy="28527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492"/>
              <a:buFont typeface="Calibri"/>
              <a:buNone/>
              <a:defRPr sz="5492"/>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h7c373c2e280f5525_0_133"/>
          <p:cNvSpPr txBox="1"/>
          <p:nvPr>
            <p:ph idx="1" type="body"/>
          </p:nvPr>
        </p:nvSpPr>
        <p:spPr>
          <a:xfrm>
            <a:off x="831851" y="4589464"/>
            <a:ext cx="10515600" cy="15003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916"/>
              </a:spcBef>
              <a:spcAft>
                <a:spcPts val="0"/>
              </a:spcAft>
              <a:buClr>
                <a:srgbClr val="888888"/>
              </a:buClr>
              <a:buSzPts val="2197"/>
              <a:buNone/>
              <a:defRPr sz="2197">
                <a:solidFill>
                  <a:srgbClr val="888888"/>
                </a:solidFill>
              </a:defRPr>
            </a:lvl1pPr>
            <a:lvl2pPr indent="-228600" lvl="1" marL="914400" algn="l">
              <a:lnSpc>
                <a:spcPct val="90000"/>
              </a:lnSpc>
              <a:spcBef>
                <a:spcPts val="458"/>
              </a:spcBef>
              <a:spcAft>
                <a:spcPts val="0"/>
              </a:spcAft>
              <a:buClr>
                <a:srgbClr val="888888"/>
              </a:buClr>
              <a:buSzPts val="1831"/>
              <a:buNone/>
              <a:defRPr sz="1831">
                <a:solidFill>
                  <a:srgbClr val="888888"/>
                </a:solidFill>
              </a:defRPr>
            </a:lvl2pPr>
            <a:lvl3pPr indent="-228600" lvl="2" marL="1371600" algn="l">
              <a:lnSpc>
                <a:spcPct val="90000"/>
              </a:lnSpc>
              <a:spcBef>
                <a:spcPts val="458"/>
              </a:spcBef>
              <a:spcAft>
                <a:spcPts val="0"/>
              </a:spcAft>
              <a:buClr>
                <a:srgbClr val="888888"/>
              </a:buClr>
              <a:buSzPts val="1647"/>
              <a:buNone/>
              <a:defRPr sz="1647">
                <a:solidFill>
                  <a:srgbClr val="888888"/>
                </a:solidFill>
              </a:defRPr>
            </a:lvl3pPr>
            <a:lvl4pPr indent="-228600" lvl="3" marL="1828800" algn="l">
              <a:lnSpc>
                <a:spcPct val="90000"/>
              </a:lnSpc>
              <a:spcBef>
                <a:spcPts val="458"/>
              </a:spcBef>
              <a:spcAft>
                <a:spcPts val="0"/>
              </a:spcAft>
              <a:buClr>
                <a:srgbClr val="888888"/>
              </a:buClr>
              <a:buSzPts val="1464"/>
              <a:buNone/>
              <a:defRPr sz="1464">
                <a:solidFill>
                  <a:srgbClr val="888888"/>
                </a:solidFill>
              </a:defRPr>
            </a:lvl4pPr>
            <a:lvl5pPr indent="-228600" lvl="4" marL="2286000" algn="l">
              <a:lnSpc>
                <a:spcPct val="90000"/>
              </a:lnSpc>
              <a:spcBef>
                <a:spcPts val="458"/>
              </a:spcBef>
              <a:spcAft>
                <a:spcPts val="0"/>
              </a:spcAft>
              <a:buClr>
                <a:srgbClr val="888888"/>
              </a:buClr>
              <a:buSzPts val="1464"/>
              <a:buNone/>
              <a:defRPr sz="1464">
                <a:solidFill>
                  <a:srgbClr val="888888"/>
                </a:solidFill>
              </a:defRPr>
            </a:lvl5pPr>
            <a:lvl6pPr indent="-228600" lvl="5" marL="2743200" algn="l">
              <a:lnSpc>
                <a:spcPct val="90000"/>
              </a:lnSpc>
              <a:spcBef>
                <a:spcPts val="458"/>
              </a:spcBef>
              <a:spcAft>
                <a:spcPts val="0"/>
              </a:spcAft>
              <a:buClr>
                <a:srgbClr val="888888"/>
              </a:buClr>
              <a:buSzPts val="1464"/>
              <a:buNone/>
              <a:defRPr sz="1464">
                <a:solidFill>
                  <a:srgbClr val="888888"/>
                </a:solidFill>
              </a:defRPr>
            </a:lvl6pPr>
            <a:lvl7pPr indent="-228600" lvl="6" marL="3200400" algn="l">
              <a:lnSpc>
                <a:spcPct val="90000"/>
              </a:lnSpc>
              <a:spcBef>
                <a:spcPts val="458"/>
              </a:spcBef>
              <a:spcAft>
                <a:spcPts val="0"/>
              </a:spcAft>
              <a:buClr>
                <a:srgbClr val="888888"/>
              </a:buClr>
              <a:buSzPts val="1464"/>
              <a:buNone/>
              <a:defRPr sz="1464">
                <a:solidFill>
                  <a:srgbClr val="888888"/>
                </a:solidFill>
              </a:defRPr>
            </a:lvl7pPr>
            <a:lvl8pPr indent="-228600" lvl="7" marL="3657600" algn="l">
              <a:lnSpc>
                <a:spcPct val="90000"/>
              </a:lnSpc>
              <a:spcBef>
                <a:spcPts val="458"/>
              </a:spcBef>
              <a:spcAft>
                <a:spcPts val="0"/>
              </a:spcAft>
              <a:buClr>
                <a:srgbClr val="888888"/>
              </a:buClr>
              <a:buSzPts val="1464"/>
              <a:buNone/>
              <a:defRPr sz="1464">
                <a:solidFill>
                  <a:srgbClr val="888888"/>
                </a:solidFill>
              </a:defRPr>
            </a:lvl8pPr>
            <a:lvl9pPr indent="-228600" lvl="8" marL="4114800" algn="l">
              <a:lnSpc>
                <a:spcPct val="90000"/>
              </a:lnSpc>
              <a:spcBef>
                <a:spcPts val="458"/>
              </a:spcBef>
              <a:spcAft>
                <a:spcPts val="0"/>
              </a:spcAft>
              <a:buClr>
                <a:srgbClr val="888888"/>
              </a:buClr>
              <a:buSzPts val="1464"/>
              <a:buNone/>
              <a:defRPr sz="1464">
                <a:solidFill>
                  <a:srgbClr val="888888"/>
                </a:solidFill>
              </a:defRPr>
            </a:lvl9pPr>
          </a:lstStyle>
          <a:p/>
        </p:txBody>
      </p:sp>
      <p:sp>
        <p:nvSpPr>
          <p:cNvPr id="137" name="Google Shape;137;h7c373c2e280f5525_0_133"/>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h7c373c2e280f5525_0_133"/>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h7c373c2e280f5525_0_133"/>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40" name="Shape 140"/>
        <p:cNvGrpSpPr/>
        <p:nvPr/>
      </p:nvGrpSpPr>
      <p:grpSpPr>
        <a:xfrm>
          <a:off x="0" y="0"/>
          <a:ext cx="0" cy="0"/>
          <a:chOff x="0" y="0"/>
          <a:chExt cx="0" cy="0"/>
        </a:xfrm>
      </p:grpSpPr>
      <p:sp>
        <p:nvSpPr>
          <p:cNvPr id="141" name="Google Shape;141;h7c373c2e280f5525_0_139"/>
          <p:cNvSpPr txBox="1"/>
          <p:nvPr>
            <p:ph type="title"/>
          </p:nvPr>
        </p:nvSpPr>
        <p:spPr>
          <a:xfrm>
            <a:off x="838201"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2" name="Google Shape;142;h7c373c2e280f5525_0_139"/>
          <p:cNvSpPr txBox="1"/>
          <p:nvPr>
            <p:ph idx="1" type="body"/>
          </p:nvPr>
        </p:nvSpPr>
        <p:spPr>
          <a:xfrm>
            <a:off x="838201" y="1825626"/>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143" name="Google Shape;143;h7c373c2e280f5525_0_139"/>
          <p:cNvSpPr txBox="1"/>
          <p:nvPr>
            <p:ph idx="2" type="body"/>
          </p:nvPr>
        </p:nvSpPr>
        <p:spPr>
          <a:xfrm>
            <a:off x="6172201" y="1825626"/>
            <a:ext cx="5181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144" name="Google Shape;144;h7c373c2e280f5525_0_139"/>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h7c373c2e280f5525_0_139"/>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h7c373c2e280f5525_0_139"/>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47" name="Shape 147"/>
        <p:cNvGrpSpPr/>
        <p:nvPr/>
      </p:nvGrpSpPr>
      <p:grpSpPr>
        <a:xfrm>
          <a:off x="0" y="0"/>
          <a:ext cx="0" cy="0"/>
          <a:chOff x="0" y="0"/>
          <a:chExt cx="0" cy="0"/>
        </a:xfrm>
      </p:grpSpPr>
      <p:sp>
        <p:nvSpPr>
          <p:cNvPr id="148" name="Google Shape;148;h7c373c2e280f5525_0_146"/>
          <p:cNvSpPr txBox="1"/>
          <p:nvPr>
            <p:ph type="title"/>
          </p:nvPr>
        </p:nvSpPr>
        <p:spPr>
          <a:xfrm>
            <a:off x="839788"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h7c373c2e280f5525_0_146"/>
          <p:cNvSpPr txBox="1"/>
          <p:nvPr>
            <p:ph idx="1" type="body"/>
          </p:nvPr>
        </p:nvSpPr>
        <p:spPr>
          <a:xfrm>
            <a:off x="839788" y="1681163"/>
            <a:ext cx="51579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916"/>
              </a:spcBef>
              <a:spcAft>
                <a:spcPts val="0"/>
              </a:spcAft>
              <a:buClr>
                <a:schemeClr val="dk1"/>
              </a:buClr>
              <a:buSzPts val="2197"/>
              <a:buNone/>
              <a:defRPr b="1" sz="2197"/>
            </a:lvl1pPr>
            <a:lvl2pPr indent="-228600" lvl="1" marL="914400" algn="l">
              <a:lnSpc>
                <a:spcPct val="90000"/>
              </a:lnSpc>
              <a:spcBef>
                <a:spcPts val="458"/>
              </a:spcBef>
              <a:spcAft>
                <a:spcPts val="0"/>
              </a:spcAft>
              <a:buClr>
                <a:schemeClr val="dk1"/>
              </a:buClr>
              <a:buSzPts val="1831"/>
              <a:buNone/>
              <a:defRPr b="1" sz="1831"/>
            </a:lvl2pPr>
            <a:lvl3pPr indent="-228600" lvl="2" marL="1371600" algn="l">
              <a:lnSpc>
                <a:spcPct val="90000"/>
              </a:lnSpc>
              <a:spcBef>
                <a:spcPts val="458"/>
              </a:spcBef>
              <a:spcAft>
                <a:spcPts val="0"/>
              </a:spcAft>
              <a:buClr>
                <a:schemeClr val="dk1"/>
              </a:buClr>
              <a:buSzPts val="1647"/>
              <a:buNone/>
              <a:defRPr b="1" sz="1647"/>
            </a:lvl3pPr>
            <a:lvl4pPr indent="-228600" lvl="3" marL="1828800" algn="l">
              <a:lnSpc>
                <a:spcPct val="90000"/>
              </a:lnSpc>
              <a:spcBef>
                <a:spcPts val="458"/>
              </a:spcBef>
              <a:spcAft>
                <a:spcPts val="0"/>
              </a:spcAft>
              <a:buClr>
                <a:schemeClr val="dk1"/>
              </a:buClr>
              <a:buSzPts val="1464"/>
              <a:buNone/>
              <a:defRPr b="1" sz="1464"/>
            </a:lvl4pPr>
            <a:lvl5pPr indent="-228600" lvl="4" marL="2286000" algn="l">
              <a:lnSpc>
                <a:spcPct val="90000"/>
              </a:lnSpc>
              <a:spcBef>
                <a:spcPts val="458"/>
              </a:spcBef>
              <a:spcAft>
                <a:spcPts val="0"/>
              </a:spcAft>
              <a:buClr>
                <a:schemeClr val="dk1"/>
              </a:buClr>
              <a:buSzPts val="1464"/>
              <a:buNone/>
              <a:defRPr b="1" sz="1464"/>
            </a:lvl5pPr>
            <a:lvl6pPr indent="-228600" lvl="5" marL="2743200" algn="l">
              <a:lnSpc>
                <a:spcPct val="90000"/>
              </a:lnSpc>
              <a:spcBef>
                <a:spcPts val="458"/>
              </a:spcBef>
              <a:spcAft>
                <a:spcPts val="0"/>
              </a:spcAft>
              <a:buClr>
                <a:schemeClr val="dk1"/>
              </a:buClr>
              <a:buSzPts val="1464"/>
              <a:buNone/>
              <a:defRPr b="1" sz="1464"/>
            </a:lvl6pPr>
            <a:lvl7pPr indent="-228600" lvl="6" marL="3200400" algn="l">
              <a:lnSpc>
                <a:spcPct val="90000"/>
              </a:lnSpc>
              <a:spcBef>
                <a:spcPts val="458"/>
              </a:spcBef>
              <a:spcAft>
                <a:spcPts val="0"/>
              </a:spcAft>
              <a:buClr>
                <a:schemeClr val="dk1"/>
              </a:buClr>
              <a:buSzPts val="1464"/>
              <a:buNone/>
              <a:defRPr b="1" sz="1464"/>
            </a:lvl7pPr>
            <a:lvl8pPr indent="-228600" lvl="7" marL="3657600" algn="l">
              <a:lnSpc>
                <a:spcPct val="90000"/>
              </a:lnSpc>
              <a:spcBef>
                <a:spcPts val="458"/>
              </a:spcBef>
              <a:spcAft>
                <a:spcPts val="0"/>
              </a:spcAft>
              <a:buClr>
                <a:schemeClr val="dk1"/>
              </a:buClr>
              <a:buSzPts val="1464"/>
              <a:buNone/>
              <a:defRPr b="1" sz="1464"/>
            </a:lvl8pPr>
            <a:lvl9pPr indent="-228600" lvl="8" marL="4114800" algn="l">
              <a:lnSpc>
                <a:spcPct val="90000"/>
              </a:lnSpc>
              <a:spcBef>
                <a:spcPts val="458"/>
              </a:spcBef>
              <a:spcAft>
                <a:spcPts val="0"/>
              </a:spcAft>
              <a:buClr>
                <a:schemeClr val="dk1"/>
              </a:buClr>
              <a:buSzPts val="1464"/>
              <a:buNone/>
              <a:defRPr b="1" sz="1464"/>
            </a:lvl9pPr>
          </a:lstStyle>
          <a:p/>
        </p:txBody>
      </p:sp>
      <p:sp>
        <p:nvSpPr>
          <p:cNvPr id="150" name="Google Shape;150;h7c373c2e280f5525_0_146"/>
          <p:cNvSpPr txBox="1"/>
          <p:nvPr>
            <p:ph idx="2" type="body"/>
          </p:nvPr>
        </p:nvSpPr>
        <p:spPr>
          <a:xfrm>
            <a:off x="839788" y="2505075"/>
            <a:ext cx="51579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151" name="Google Shape;151;h7c373c2e280f5525_0_146"/>
          <p:cNvSpPr txBox="1"/>
          <p:nvPr>
            <p:ph idx="3" type="body"/>
          </p:nvPr>
        </p:nvSpPr>
        <p:spPr>
          <a:xfrm>
            <a:off x="6172200" y="1681163"/>
            <a:ext cx="5183100" cy="82380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916"/>
              </a:spcBef>
              <a:spcAft>
                <a:spcPts val="0"/>
              </a:spcAft>
              <a:buClr>
                <a:schemeClr val="dk1"/>
              </a:buClr>
              <a:buSzPts val="2197"/>
              <a:buNone/>
              <a:defRPr b="1" sz="2197"/>
            </a:lvl1pPr>
            <a:lvl2pPr indent="-228600" lvl="1" marL="914400" algn="l">
              <a:lnSpc>
                <a:spcPct val="90000"/>
              </a:lnSpc>
              <a:spcBef>
                <a:spcPts val="458"/>
              </a:spcBef>
              <a:spcAft>
                <a:spcPts val="0"/>
              </a:spcAft>
              <a:buClr>
                <a:schemeClr val="dk1"/>
              </a:buClr>
              <a:buSzPts val="1831"/>
              <a:buNone/>
              <a:defRPr b="1" sz="1831"/>
            </a:lvl2pPr>
            <a:lvl3pPr indent="-228600" lvl="2" marL="1371600" algn="l">
              <a:lnSpc>
                <a:spcPct val="90000"/>
              </a:lnSpc>
              <a:spcBef>
                <a:spcPts val="458"/>
              </a:spcBef>
              <a:spcAft>
                <a:spcPts val="0"/>
              </a:spcAft>
              <a:buClr>
                <a:schemeClr val="dk1"/>
              </a:buClr>
              <a:buSzPts val="1647"/>
              <a:buNone/>
              <a:defRPr b="1" sz="1647"/>
            </a:lvl3pPr>
            <a:lvl4pPr indent="-228600" lvl="3" marL="1828800" algn="l">
              <a:lnSpc>
                <a:spcPct val="90000"/>
              </a:lnSpc>
              <a:spcBef>
                <a:spcPts val="458"/>
              </a:spcBef>
              <a:spcAft>
                <a:spcPts val="0"/>
              </a:spcAft>
              <a:buClr>
                <a:schemeClr val="dk1"/>
              </a:buClr>
              <a:buSzPts val="1464"/>
              <a:buNone/>
              <a:defRPr b="1" sz="1464"/>
            </a:lvl4pPr>
            <a:lvl5pPr indent="-228600" lvl="4" marL="2286000" algn="l">
              <a:lnSpc>
                <a:spcPct val="90000"/>
              </a:lnSpc>
              <a:spcBef>
                <a:spcPts val="458"/>
              </a:spcBef>
              <a:spcAft>
                <a:spcPts val="0"/>
              </a:spcAft>
              <a:buClr>
                <a:schemeClr val="dk1"/>
              </a:buClr>
              <a:buSzPts val="1464"/>
              <a:buNone/>
              <a:defRPr b="1" sz="1464"/>
            </a:lvl5pPr>
            <a:lvl6pPr indent="-228600" lvl="5" marL="2743200" algn="l">
              <a:lnSpc>
                <a:spcPct val="90000"/>
              </a:lnSpc>
              <a:spcBef>
                <a:spcPts val="458"/>
              </a:spcBef>
              <a:spcAft>
                <a:spcPts val="0"/>
              </a:spcAft>
              <a:buClr>
                <a:schemeClr val="dk1"/>
              </a:buClr>
              <a:buSzPts val="1464"/>
              <a:buNone/>
              <a:defRPr b="1" sz="1464"/>
            </a:lvl6pPr>
            <a:lvl7pPr indent="-228600" lvl="6" marL="3200400" algn="l">
              <a:lnSpc>
                <a:spcPct val="90000"/>
              </a:lnSpc>
              <a:spcBef>
                <a:spcPts val="458"/>
              </a:spcBef>
              <a:spcAft>
                <a:spcPts val="0"/>
              </a:spcAft>
              <a:buClr>
                <a:schemeClr val="dk1"/>
              </a:buClr>
              <a:buSzPts val="1464"/>
              <a:buNone/>
              <a:defRPr b="1" sz="1464"/>
            </a:lvl7pPr>
            <a:lvl8pPr indent="-228600" lvl="7" marL="3657600" algn="l">
              <a:lnSpc>
                <a:spcPct val="90000"/>
              </a:lnSpc>
              <a:spcBef>
                <a:spcPts val="458"/>
              </a:spcBef>
              <a:spcAft>
                <a:spcPts val="0"/>
              </a:spcAft>
              <a:buClr>
                <a:schemeClr val="dk1"/>
              </a:buClr>
              <a:buSzPts val="1464"/>
              <a:buNone/>
              <a:defRPr b="1" sz="1464"/>
            </a:lvl8pPr>
            <a:lvl9pPr indent="-228600" lvl="8" marL="4114800" algn="l">
              <a:lnSpc>
                <a:spcPct val="90000"/>
              </a:lnSpc>
              <a:spcBef>
                <a:spcPts val="458"/>
              </a:spcBef>
              <a:spcAft>
                <a:spcPts val="0"/>
              </a:spcAft>
              <a:buClr>
                <a:schemeClr val="dk1"/>
              </a:buClr>
              <a:buSzPts val="1464"/>
              <a:buNone/>
              <a:defRPr b="1" sz="1464"/>
            </a:lvl9pPr>
          </a:lstStyle>
          <a:p/>
        </p:txBody>
      </p:sp>
      <p:sp>
        <p:nvSpPr>
          <p:cNvPr id="152" name="Google Shape;152;h7c373c2e280f5525_0_146"/>
          <p:cNvSpPr txBox="1"/>
          <p:nvPr>
            <p:ph idx="4" type="body"/>
          </p:nvPr>
        </p:nvSpPr>
        <p:spPr>
          <a:xfrm>
            <a:off x="6172200" y="2505075"/>
            <a:ext cx="5183100" cy="3684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153" name="Google Shape;153;h7c373c2e280f5525_0_146"/>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h7c373c2e280f5525_0_146"/>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h7c373c2e280f5525_0_146"/>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6" name="Shape 156"/>
        <p:cNvGrpSpPr/>
        <p:nvPr/>
      </p:nvGrpSpPr>
      <p:grpSpPr>
        <a:xfrm>
          <a:off x="0" y="0"/>
          <a:ext cx="0" cy="0"/>
          <a:chOff x="0" y="0"/>
          <a:chExt cx="0" cy="0"/>
        </a:xfrm>
      </p:grpSpPr>
      <p:sp>
        <p:nvSpPr>
          <p:cNvPr id="157" name="Google Shape;157;h7c373c2e280f5525_0_155"/>
          <p:cNvSpPr txBox="1"/>
          <p:nvPr>
            <p:ph type="title"/>
          </p:nvPr>
        </p:nvSpPr>
        <p:spPr>
          <a:xfrm>
            <a:off x="838201" y="365126"/>
            <a:ext cx="10515600" cy="5751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2563"/>
              <a:buFont typeface="Arial"/>
              <a:buNone/>
              <a:defRPr sz="2563">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8" name="Google Shape;158;h7c373c2e280f5525_0_155"/>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h7c373c2e280f5525_0_155"/>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h7c373c2e280f5525_0_155"/>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1" name="Shape 161"/>
        <p:cNvGrpSpPr/>
        <p:nvPr/>
      </p:nvGrpSpPr>
      <p:grpSpPr>
        <a:xfrm>
          <a:off x="0" y="0"/>
          <a:ext cx="0" cy="0"/>
          <a:chOff x="0" y="0"/>
          <a:chExt cx="0" cy="0"/>
        </a:xfrm>
      </p:grpSpPr>
      <p:sp>
        <p:nvSpPr>
          <p:cNvPr id="162" name="Google Shape;162;h7c373c2e280f5525_0_160"/>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h7c373c2e280f5525_0_160"/>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h7c373c2e280f5525_0_160"/>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65" name="Shape 165"/>
        <p:cNvGrpSpPr/>
        <p:nvPr/>
      </p:nvGrpSpPr>
      <p:grpSpPr>
        <a:xfrm>
          <a:off x="0" y="0"/>
          <a:ext cx="0" cy="0"/>
          <a:chOff x="0" y="0"/>
          <a:chExt cx="0" cy="0"/>
        </a:xfrm>
      </p:grpSpPr>
      <p:sp>
        <p:nvSpPr>
          <p:cNvPr id="166" name="Google Shape;166;h7c373c2e280f5525_0_164"/>
          <p:cNvSpPr txBox="1"/>
          <p:nvPr>
            <p:ph type="title"/>
          </p:nvPr>
        </p:nvSpPr>
        <p:spPr>
          <a:xfrm>
            <a:off x="839790"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930"/>
              <a:buFont typeface="Calibri"/>
              <a:buNone/>
              <a:defRPr sz="293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h7c373c2e280f5525_0_164"/>
          <p:cNvSpPr txBox="1"/>
          <p:nvPr>
            <p:ph idx="1" type="body"/>
          </p:nvPr>
        </p:nvSpPr>
        <p:spPr>
          <a:xfrm>
            <a:off x="5183188" y="987426"/>
            <a:ext cx="6172200" cy="4873500"/>
          </a:xfrm>
          <a:prstGeom prst="rect">
            <a:avLst/>
          </a:prstGeom>
          <a:noFill/>
          <a:ln>
            <a:noFill/>
          </a:ln>
        </p:spPr>
        <p:txBody>
          <a:bodyPr anchorCtr="0" anchor="t" bIns="45700" lIns="91425" spcFirstLastPara="1" rIns="91425" wrap="square" tIns="45700">
            <a:normAutofit/>
          </a:bodyPr>
          <a:lstStyle>
            <a:lvl1pPr indent="-414655" lvl="0" marL="457200" algn="l">
              <a:lnSpc>
                <a:spcPct val="90000"/>
              </a:lnSpc>
              <a:spcBef>
                <a:spcPts val="916"/>
              </a:spcBef>
              <a:spcAft>
                <a:spcPts val="0"/>
              </a:spcAft>
              <a:buClr>
                <a:schemeClr val="dk1"/>
              </a:buClr>
              <a:buSzPts val="2930"/>
              <a:buChar char="•"/>
              <a:defRPr sz="2930"/>
            </a:lvl1pPr>
            <a:lvl2pPr indent="-391350" lvl="1" marL="914400" algn="l">
              <a:lnSpc>
                <a:spcPct val="90000"/>
              </a:lnSpc>
              <a:spcBef>
                <a:spcPts val="458"/>
              </a:spcBef>
              <a:spcAft>
                <a:spcPts val="0"/>
              </a:spcAft>
              <a:buClr>
                <a:schemeClr val="dk1"/>
              </a:buClr>
              <a:buSzPts val="2563"/>
              <a:buChar char="•"/>
              <a:defRPr sz="2563"/>
            </a:lvl2pPr>
            <a:lvl3pPr indent="-368110" lvl="2" marL="1371600" algn="l">
              <a:lnSpc>
                <a:spcPct val="90000"/>
              </a:lnSpc>
              <a:spcBef>
                <a:spcPts val="458"/>
              </a:spcBef>
              <a:spcAft>
                <a:spcPts val="0"/>
              </a:spcAft>
              <a:buClr>
                <a:schemeClr val="dk1"/>
              </a:buClr>
              <a:buSzPts val="2197"/>
              <a:buChar char="•"/>
              <a:defRPr sz="2197"/>
            </a:lvl3pPr>
            <a:lvl4pPr indent="-344868" lvl="3" marL="1828800" algn="l">
              <a:lnSpc>
                <a:spcPct val="90000"/>
              </a:lnSpc>
              <a:spcBef>
                <a:spcPts val="458"/>
              </a:spcBef>
              <a:spcAft>
                <a:spcPts val="0"/>
              </a:spcAft>
              <a:buClr>
                <a:schemeClr val="dk1"/>
              </a:buClr>
              <a:buSzPts val="1831"/>
              <a:buChar char="•"/>
              <a:defRPr sz="1831"/>
            </a:lvl4pPr>
            <a:lvl5pPr indent="-344868" lvl="4" marL="2286000" algn="l">
              <a:lnSpc>
                <a:spcPct val="90000"/>
              </a:lnSpc>
              <a:spcBef>
                <a:spcPts val="458"/>
              </a:spcBef>
              <a:spcAft>
                <a:spcPts val="0"/>
              </a:spcAft>
              <a:buClr>
                <a:schemeClr val="dk1"/>
              </a:buClr>
              <a:buSzPts val="1831"/>
              <a:buChar char="•"/>
              <a:defRPr sz="1831"/>
            </a:lvl5pPr>
            <a:lvl6pPr indent="-344868" lvl="5" marL="2743200" algn="l">
              <a:lnSpc>
                <a:spcPct val="90000"/>
              </a:lnSpc>
              <a:spcBef>
                <a:spcPts val="458"/>
              </a:spcBef>
              <a:spcAft>
                <a:spcPts val="0"/>
              </a:spcAft>
              <a:buClr>
                <a:schemeClr val="dk1"/>
              </a:buClr>
              <a:buSzPts val="1831"/>
              <a:buChar char="•"/>
              <a:defRPr sz="1831"/>
            </a:lvl6pPr>
            <a:lvl7pPr indent="-344868" lvl="6" marL="3200400" algn="l">
              <a:lnSpc>
                <a:spcPct val="90000"/>
              </a:lnSpc>
              <a:spcBef>
                <a:spcPts val="458"/>
              </a:spcBef>
              <a:spcAft>
                <a:spcPts val="0"/>
              </a:spcAft>
              <a:buClr>
                <a:schemeClr val="dk1"/>
              </a:buClr>
              <a:buSzPts val="1831"/>
              <a:buChar char="•"/>
              <a:defRPr sz="1831"/>
            </a:lvl7pPr>
            <a:lvl8pPr indent="-344868" lvl="7" marL="3657600" algn="l">
              <a:lnSpc>
                <a:spcPct val="90000"/>
              </a:lnSpc>
              <a:spcBef>
                <a:spcPts val="458"/>
              </a:spcBef>
              <a:spcAft>
                <a:spcPts val="0"/>
              </a:spcAft>
              <a:buClr>
                <a:schemeClr val="dk1"/>
              </a:buClr>
              <a:buSzPts val="1831"/>
              <a:buChar char="•"/>
              <a:defRPr sz="1831"/>
            </a:lvl8pPr>
            <a:lvl9pPr indent="-344868" lvl="8" marL="4114800" algn="l">
              <a:lnSpc>
                <a:spcPct val="90000"/>
              </a:lnSpc>
              <a:spcBef>
                <a:spcPts val="458"/>
              </a:spcBef>
              <a:spcAft>
                <a:spcPts val="0"/>
              </a:spcAft>
              <a:buClr>
                <a:schemeClr val="dk1"/>
              </a:buClr>
              <a:buSzPts val="1831"/>
              <a:buChar char="•"/>
              <a:defRPr sz="1831"/>
            </a:lvl9pPr>
          </a:lstStyle>
          <a:p/>
        </p:txBody>
      </p:sp>
      <p:sp>
        <p:nvSpPr>
          <p:cNvPr id="168" name="Google Shape;168;h7c373c2e280f5525_0_164"/>
          <p:cNvSpPr txBox="1"/>
          <p:nvPr>
            <p:ph idx="2" type="body"/>
          </p:nvPr>
        </p:nvSpPr>
        <p:spPr>
          <a:xfrm>
            <a:off x="839790"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916"/>
              </a:spcBef>
              <a:spcAft>
                <a:spcPts val="0"/>
              </a:spcAft>
              <a:buClr>
                <a:schemeClr val="dk1"/>
              </a:buClr>
              <a:buSzPts val="1464"/>
              <a:buNone/>
              <a:defRPr sz="1464"/>
            </a:lvl1pPr>
            <a:lvl2pPr indent="-228600" lvl="1" marL="914400" algn="l">
              <a:lnSpc>
                <a:spcPct val="90000"/>
              </a:lnSpc>
              <a:spcBef>
                <a:spcPts val="458"/>
              </a:spcBef>
              <a:spcAft>
                <a:spcPts val="0"/>
              </a:spcAft>
              <a:buClr>
                <a:schemeClr val="dk1"/>
              </a:buClr>
              <a:buSzPts val="1281"/>
              <a:buNone/>
              <a:defRPr sz="1281"/>
            </a:lvl2pPr>
            <a:lvl3pPr indent="-228600" lvl="2" marL="1371600" algn="l">
              <a:lnSpc>
                <a:spcPct val="90000"/>
              </a:lnSpc>
              <a:spcBef>
                <a:spcPts val="458"/>
              </a:spcBef>
              <a:spcAft>
                <a:spcPts val="0"/>
              </a:spcAft>
              <a:buClr>
                <a:schemeClr val="dk1"/>
              </a:buClr>
              <a:buSzPts val="1098"/>
              <a:buNone/>
              <a:defRPr sz="1098"/>
            </a:lvl3pPr>
            <a:lvl4pPr indent="-228600" lvl="3" marL="1828800" algn="l">
              <a:lnSpc>
                <a:spcPct val="90000"/>
              </a:lnSpc>
              <a:spcBef>
                <a:spcPts val="458"/>
              </a:spcBef>
              <a:spcAft>
                <a:spcPts val="0"/>
              </a:spcAft>
              <a:buClr>
                <a:schemeClr val="dk1"/>
              </a:buClr>
              <a:buSzPts val="916"/>
              <a:buNone/>
              <a:defRPr sz="916"/>
            </a:lvl4pPr>
            <a:lvl5pPr indent="-228600" lvl="4" marL="2286000" algn="l">
              <a:lnSpc>
                <a:spcPct val="90000"/>
              </a:lnSpc>
              <a:spcBef>
                <a:spcPts val="458"/>
              </a:spcBef>
              <a:spcAft>
                <a:spcPts val="0"/>
              </a:spcAft>
              <a:buClr>
                <a:schemeClr val="dk1"/>
              </a:buClr>
              <a:buSzPts val="916"/>
              <a:buNone/>
              <a:defRPr sz="916"/>
            </a:lvl5pPr>
            <a:lvl6pPr indent="-228600" lvl="5" marL="2743200" algn="l">
              <a:lnSpc>
                <a:spcPct val="90000"/>
              </a:lnSpc>
              <a:spcBef>
                <a:spcPts val="458"/>
              </a:spcBef>
              <a:spcAft>
                <a:spcPts val="0"/>
              </a:spcAft>
              <a:buClr>
                <a:schemeClr val="dk1"/>
              </a:buClr>
              <a:buSzPts val="916"/>
              <a:buNone/>
              <a:defRPr sz="916"/>
            </a:lvl6pPr>
            <a:lvl7pPr indent="-228600" lvl="6" marL="3200400" algn="l">
              <a:lnSpc>
                <a:spcPct val="90000"/>
              </a:lnSpc>
              <a:spcBef>
                <a:spcPts val="458"/>
              </a:spcBef>
              <a:spcAft>
                <a:spcPts val="0"/>
              </a:spcAft>
              <a:buClr>
                <a:schemeClr val="dk1"/>
              </a:buClr>
              <a:buSzPts val="916"/>
              <a:buNone/>
              <a:defRPr sz="916"/>
            </a:lvl7pPr>
            <a:lvl8pPr indent="-228600" lvl="7" marL="3657600" algn="l">
              <a:lnSpc>
                <a:spcPct val="90000"/>
              </a:lnSpc>
              <a:spcBef>
                <a:spcPts val="458"/>
              </a:spcBef>
              <a:spcAft>
                <a:spcPts val="0"/>
              </a:spcAft>
              <a:buClr>
                <a:schemeClr val="dk1"/>
              </a:buClr>
              <a:buSzPts val="916"/>
              <a:buNone/>
              <a:defRPr sz="916"/>
            </a:lvl8pPr>
            <a:lvl9pPr indent="-228600" lvl="8" marL="4114800" algn="l">
              <a:lnSpc>
                <a:spcPct val="90000"/>
              </a:lnSpc>
              <a:spcBef>
                <a:spcPts val="458"/>
              </a:spcBef>
              <a:spcAft>
                <a:spcPts val="0"/>
              </a:spcAft>
              <a:buClr>
                <a:schemeClr val="dk1"/>
              </a:buClr>
              <a:buSzPts val="916"/>
              <a:buNone/>
              <a:defRPr sz="916"/>
            </a:lvl9pPr>
          </a:lstStyle>
          <a:p/>
        </p:txBody>
      </p:sp>
      <p:sp>
        <p:nvSpPr>
          <p:cNvPr id="169" name="Google Shape;169;h7c373c2e280f5525_0_164"/>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h7c373c2e280f5525_0_164"/>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h7c373c2e280f5525_0_164"/>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72" name="Shape 172"/>
        <p:cNvGrpSpPr/>
        <p:nvPr/>
      </p:nvGrpSpPr>
      <p:grpSpPr>
        <a:xfrm>
          <a:off x="0" y="0"/>
          <a:ext cx="0" cy="0"/>
          <a:chOff x="0" y="0"/>
          <a:chExt cx="0" cy="0"/>
        </a:xfrm>
      </p:grpSpPr>
      <p:sp>
        <p:nvSpPr>
          <p:cNvPr id="173" name="Google Shape;173;h7c373c2e280f5525_0_171"/>
          <p:cNvSpPr txBox="1"/>
          <p:nvPr>
            <p:ph type="title"/>
          </p:nvPr>
        </p:nvSpPr>
        <p:spPr>
          <a:xfrm>
            <a:off x="839790" y="457200"/>
            <a:ext cx="39321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930"/>
              <a:buFont typeface="Calibri"/>
              <a:buNone/>
              <a:defRPr sz="293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 name="Google Shape;174;h7c373c2e280f5525_0_171"/>
          <p:cNvSpPr/>
          <p:nvPr>
            <p:ph idx="2" type="pic"/>
          </p:nvPr>
        </p:nvSpPr>
        <p:spPr>
          <a:xfrm>
            <a:off x="5183188" y="987426"/>
            <a:ext cx="6172200" cy="4873500"/>
          </a:xfrm>
          <a:prstGeom prst="rect">
            <a:avLst/>
          </a:prstGeom>
          <a:noFill/>
          <a:ln>
            <a:noFill/>
          </a:ln>
        </p:spPr>
      </p:sp>
      <p:sp>
        <p:nvSpPr>
          <p:cNvPr id="175" name="Google Shape;175;h7c373c2e280f5525_0_171"/>
          <p:cNvSpPr txBox="1"/>
          <p:nvPr>
            <p:ph idx="1" type="body"/>
          </p:nvPr>
        </p:nvSpPr>
        <p:spPr>
          <a:xfrm>
            <a:off x="839790" y="2057400"/>
            <a:ext cx="3932100" cy="38115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916"/>
              </a:spcBef>
              <a:spcAft>
                <a:spcPts val="0"/>
              </a:spcAft>
              <a:buClr>
                <a:schemeClr val="dk1"/>
              </a:buClr>
              <a:buSzPts val="1464"/>
              <a:buNone/>
              <a:defRPr sz="1464"/>
            </a:lvl1pPr>
            <a:lvl2pPr indent="-228600" lvl="1" marL="914400" algn="l">
              <a:lnSpc>
                <a:spcPct val="90000"/>
              </a:lnSpc>
              <a:spcBef>
                <a:spcPts val="458"/>
              </a:spcBef>
              <a:spcAft>
                <a:spcPts val="0"/>
              </a:spcAft>
              <a:buClr>
                <a:schemeClr val="dk1"/>
              </a:buClr>
              <a:buSzPts val="1281"/>
              <a:buNone/>
              <a:defRPr sz="1281"/>
            </a:lvl2pPr>
            <a:lvl3pPr indent="-228600" lvl="2" marL="1371600" algn="l">
              <a:lnSpc>
                <a:spcPct val="90000"/>
              </a:lnSpc>
              <a:spcBef>
                <a:spcPts val="458"/>
              </a:spcBef>
              <a:spcAft>
                <a:spcPts val="0"/>
              </a:spcAft>
              <a:buClr>
                <a:schemeClr val="dk1"/>
              </a:buClr>
              <a:buSzPts val="1098"/>
              <a:buNone/>
              <a:defRPr sz="1098"/>
            </a:lvl3pPr>
            <a:lvl4pPr indent="-228600" lvl="3" marL="1828800" algn="l">
              <a:lnSpc>
                <a:spcPct val="90000"/>
              </a:lnSpc>
              <a:spcBef>
                <a:spcPts val="458"/>
              </a:spcBef>
              <a:spcAft>
                <a:spcPts val="0"/>
              </a:spcAft>
              <a:buClr>
                <a:schemeClr val="dk1"/>
              </a:buClr>
              <a:buSzPts val="916"/>
              <a:buNone/>
              <a:defRPr sz="916"/>
            </a:lvl4pPr>
            <a:lvl5pPr indent="-228600" lvl="4" marL="2286000" algn="l">
              <a:lnSpc>
                <a:spcPct val="90000"/>
              </a:lnSpc>
              <a:spcBef>
                <a:spcPts val="458"/>
              </a:spcBef>
              <a:spcAft>
                <a:spcPts val="0"/>
              </a:spcAft>
              <a:buClr>
                <a:schemeClr val="dk1"/>
              </a:buClr>
              <a:buSzPts val="916"/>
              <a:buNone/>
              <a:defRPr sz="916"/>
            </a:lvl5pPr>
            <a:lvl6pPr indent="-228600" lvl="5" marL="2743200" algn="l">
              <a:lnSpc>
                <a:spcPct val="90000"/>
              </a:lnSpc>
              <a:spcBef>
                <a:spcPts val="458"/>
              </a:spcBef>
              <a:spcAft>
                <a:spcPts val="0"/>
              </a:spcAft>
              <a:buClr>
                <a:schemeClr val="dk1"/>
              </a:buClr>
              <a:buSzPts val="916"/>
              <a:buNone/>
              <a:defRPr sz="916"/>
            </a:lvl6pPr>
            <a:lvl7pPr indent="-228600" lvl="6" marL="3200400" algn="l">
              <a:lnSpc>
                <a:spcPct val="90000"/>
              </a:lnSpc>
              <a:spcBef>
                <a:spcPts val="458"/>
              </a:spcBef>
              <a:spcAft>
                <a:spcPts val="0"/>
              </a:spcAft>
              <a:buClr>
                <a:schemeClr val="dk1"/>
              </a:buClr>
              <a:buSzPts val="916"/>
              <a:buNone/>
              <a:defRPr sz="916"/>
            </a:lvl7pPr>
            <a:lvl8pPr indent="-228600" lvl="7" marL="3657600" algn="l">
              <a:lnSpc>
                <a:spcPct val="90000"/>
              </a:lnSpc>
              <a:spcBef>
                <a:spcPts val="458"/>
              </a:spcBef>
              <a:spcAft>
                <a:spcPts val="0"/>
              </a:spcAft>
              <a:buClr>
                <a:schemeClr val="dk1"/>
              </a:buClr>
              <a:buSzPts val="916"/>
              <a:buNone/>
              <a:defRPr sz="916"/>
            </a:lvl8pPr>
            <a:lvl9pPr indent="-228600" lvl="8" marL="4114800" algn="l">
              <a:lnSpc>
                <a:spcPct val="90000"/>
              </a:lnSpc>
              <a:spcBef>
                <a:spcPts val="458"/>
              </a:spcBef>
              <a:spcAft>
                <a:spcPts val="0"/>
              </a:spcAft>
              <a:buClr>
                <a:schemeClr val="dk1"/>
              </a:buClr>
              <a:buSzPts val="916"/>
              <a:buNone/>
              <a:defRPr sz="916"/>
            </a:lvl9pPr>
          </a:lstStyle>
          <a:p/>
        </p:txBody>
      </p:sp>
      <p:sp>
        <p:nvSpPr>
          <p:cNvPr id="176" name="Google Shape;176;h7c373c2e280f5525_0_171"/>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h7c373c2e280f5525_0_171"/>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h7c373c2e280f5525_0_171"/>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9" name="Shape 179"/>
        <p:cNvGrpSpPr/>
        <p:nvPr/>
      </p:nvGrpSpPr>
      <p:grpSpPr>
        <a:xfrm>
          <a:off x="0" y="0"/>
          <a:ext cx="0" cy="0"/>
          <a:chOff x="0" y="0"/>
          <a:chExt cx="0" cy="0"/>
        </a:xfrm>
      </p:grpSpPr>
      <p:sp>
        <p:nvSpPr>
          <p:cNvPr id="180" name="Google Shape;180;h7c373c2e280f5525_0_178"/>
          <p:cNvSpPr txBox="1"/>
          <p:nvPr>
            <p:ph type="title"/>
          </p:nvPr>
        </p:nvSpPr>
        <p:spPr>
          <a:xfrm>
            <a:off x="838201" y="365126"/>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h7c373c2e280f5525_0_178"/>
          <p:cNvSpPr txBox="1"/>
          <p:nvPr>
            <p:ph idx="1" type="body"/>
          </p:nvPr>
        </p:nvSpPr>
        <p:spPr>
          <a:xfrm rot="5400000">
            <a:off x="3920401" y="-1256574"/>
            <a:ext cx="4351200"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182" name="Google Shape;182;h7c373c2e280f5525_0_178"/>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h7c373c2e280f5525_0_178"/>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h7c373c2e280f5525_0_178"/>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5" name="Shape 185"/>
        <p:cNvGrpSpPr/>
        <p:nvPr/>
      </p:nvGrpSpPr>
      <p:grpSpPr>
        <a:xfrm>
          <a:off x="0" y="0"/>
          <a:ext cx="0" cy="0"/>
          <a:chOff x="0" y="0"/>
          <a:chExt cx="0" cy="0"/>
        </a:xfrm>
      </p:grpSpPr>
      <p:sp>
        <p:nvSpPr>
          <p:cNvPr id="186" name="Google Shape;186;h7c373c2e280f5525_0_184"/>
          <p:cNvSpPr txBox="1"/>
          <p:nvPr>
            <p:ph type="title"/>
          </p:nvPr>
        </p:nvSpPr>
        <p:spPr>
          <a:xfrm rot="5400000">
            <a:off x="7133400" y="1956625"/>
            <a:ext cx="5811900"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 name="Google Shape;187;h7c373c2e280f5525_0_184"/>
          <p:cNvSpPr txBox="1"/>
          <p:nvPr>
            <p:ph idx="1" type="body"/>
          </p:nvPr>
        </p:nvSpPr>
        <p:spPr>
          <a:xfrm rot="5400000">
            <a:off x="1799400" y="-596075"/>
            <a:ext cx="5811900"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916"/>
              </a:spcBef>
              <a:spcAft>
                <a:spcPts val="0"/>
              </a:spcAft>
              <a:buClr>
                <a:schemeClr val="dk1"/>
              </a:buClr>
              <a:buSzPts val="1800"/>
              <a:buChar char="•"/>
              <a:defRPr/>
            </a:lvl1pPr>
            <a:lvl2pPr indent="-342900" lvl="1" marL="914400" algn="l">
              <a:lnSpc>
                <a:spcPct val="90000"/>
              </a:lnSpc>
              <a:spcBef>
                <a:spcPts val="458"/>
              </a:spcBef>
              <a:spcAft>
                <a:spcPts val="0"/>
              </a:spcAft>
              <a:buClr>
                <a:schemeClr val="dk1"/>
              </a:buClr>
              <a:buSzPts val="1800"/>
              <a:buChar char="•"/>
              <a:defRPr/>
            </a:lvl2pPr>
            <a:lvl3pPr indent="-342900" lvl="2" marL="1371600" algn="l">
              <a:lnSpc>
                <a:spcPct val="90000"/>
              </a:lnSpc>
              <a:spcBef>
                <a:spcPts val="458"/>
              </a:spcBef>
              <a:spcAft>
                <a:spcPts val="0"/>
              </a:spcAft>
              <a:buClr>
                <a:schemeClr val="dk1"/>
              </a:buClr>
              <a:buSzPts val="1800"/>
              <a:buChar char="•"/>
              <a:defRPr/>
            </a:lvl3pPr>
            <a:lvl4pPr indent="-342900" lvl="3" marL="1828800" algn="l">
              <a:lnSpc>
                <a:spcPct val="90000"/>
              </a:lnSpc>
              <a:spcBef>
                <a:spcPts val="458"/>
              </a:spcBef>
              <a:spcAft>
                <a:spcPts val="0"/>
              </a:spcAft>
              <a:buClr>
                <a:schemeClr val="dk1"/>
              </a:buClr>
              <a:buSzPts val="1800"/>
              <a:buChar char="•"/>
              <a:defRPr/>
            </a:lvl4pPr>
            <a:lvl5pPr indent="-342900" lvl="4" marL="2286000" algn="l">
              <a:lnSpc>
                <a:spcPct val="90000"/>
              </a:lnSpc>
              <a:spcBef>
                <a:spcPts val="458"/>
              </a:spcBef>
              <a:spcAft>
                <a:spcPts val="0"/>
              </a:spcAft>
              <a:buClr>
                <a:schemeClr val="dk1"/>
              </a:buClr>
              <a:buSzPts val="1800"/>
              <a:buChar char="•"/>
              <a:defRPr/>
            </a:lvl5pPr>
            <a:lvl6pPr indent="-342900" lvl="5" marL="2743200" algn="l">
              <a:lnSpc>
                <a:spcPct val="90000"/>
              </a:lnSpc>
              <a:spcBef>
                <a:spcPts val="458"/>
              </a:spcBef>
              <a:spcAft>
                <a:spcPts val="0"/>
              </a:spcAft>
              <a:buClr>
                <a:schemeClr val="dk1"/>
              </a:buClr>
              <a:buSzPts val="1800"/>
              <a:buChar char="•"/>
              <a:defRPr/>
            </a:lvl6pPr>
            <a:lvl7pPr indent="-342900" lvl="6" marL="3200400" algn="l">
              <a:lnSpc>
                <a:spcPct val="90000"/>
              </a:lnSpc>
              <a:spcBef>
                <a:spcPts val="458"/>
              </a:spcBef>
              <a:spcAft>
                <a:spcPts val="0"/>
              </a:spcAft>
              <a:buClr>
                <a:schemeClr val="dk1"/>
              </a:buClr>
              <a:buSzPts val="1800"/>
              <a:buChar char="•"/>
              <a:defRPr/>
            </a:lvl7pPr>
            <a:lvl8pPr indent="-342900" lvl="7" marL="3657600" algn="l">
              <a:lnSpc>
                <a:spcPct val="90000"/>
              </a:lnSpc>
              <a:spcBef>
                <a:spcPts val="458"/>
              </a:spcBef>
              <a:spcAft>
                <a:spcPts val="0"/>
              </a:spcAft>
              <a:buClr>
                <a:schemeClr val="dk1"/>
              </a:buClr>
              <a:buSzPts val="1800"/>
              <a:buChar char="•"/>
              <a:defRPr/>
            </a:lvl8pPr>
            <a:lvl9pPr indent="-342900" lvl="8" marL="4114800" algn="l">
              <a:lnSpc>
                <a:spcPct val="90000"/>
              </a:lnSpc>
              <a:spcBef>
                <a:spcPts val="458"/>
              </a:spcBef>
              <a:spcAft>
                <a:spcPts val="0"/>
              </a:spcAft>
              <a:buClr>
                <a:schemeClr val="dk1"/>
              </a:buClr>
              <a:buSzPts val="1800"/>
              <a:buChar char="•"/>
              <a:defRPr/>
            </a:lvl9pPr>
          </a:lstStyle>
          <a:p/>
        </p:txBody>
      </p:sp>
      <p:sp>
        <p:nvSpPr>
          <p:cNvPr id="188" name="Google Shape;188;h7c373c2e280f5525_0_184"/>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h7c373c2e280f5525_0_184"/>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0" name="Google Shape;190;h7c373c2e280f5525_0_184"/>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 Id="rId9" Type="http://schemas.openxmlformats.org/officeDocument/2006/relationships/slideLayout" Target="../slideLayouts/slideLayout12.xml"/><Relationship Id="rId10" Type="http://schemas.openxmlformats.org/officeDocument/2006/relationships/slideLayout" Target="../slideLayouts/slideLayout13.xml"/><Relationship Id="rId11" Type="http://schemas.openxmlformats.org/officeDocument/2006/relationships/slideLayout" Target="../slideLayouts/slideLayout14.xml"/><Relationship Id="rId12" Type="http://schemas.openxmlformats.org/officeDocument/2006/relationships/slideLayout" Target="../slideLayouts/slideLayout15.xml"/><Relationship Id="rId13" Type="http://schemas.openxmlformats.org/officeDocument/2006/relationships/slideLayout" Target="../slideLayouts/slideLayout16.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
          <p:cNvSpPr txBox="1"/>
          <p:nvPr>
            <p:ph type="title"/>
          </p:nvPr>
        </p:nvSpPr>
        <p:spPr>
          <a:xfrm>
            <a:off x="609601" y="274322"/>
            <a:ext cx="10972800" cy="283026"/>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3"/>
          <p:cNvSpPr txBox="1"/>
          <p:nvPr>
            <p:ph idx="1" type="body"/>
          </p:nvPr>
        </p:nvSpPr>
        <p:spPr>
          <a:xfrm>
            <a:off x="609601" y="1577342"/>
            <a:ext cx="10972800" cy="283026"/>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2" name="Google Shape;12;p3"/>
          <p:cNvSpPr txBox="1"/>
          <p:nvPr>
            <p:ph idx="11" type="ftr"/>
          </p:nvPr>
        </p:nvSpPr>
        <p:spPr>
          <a:xfrm>
            <a:off x="4145280" y="6377942"/>
            <a:ext cx="3901440" cy="259114"/>
          </a:xfrm>
          <a:prstGeom prst="rect">
            <a:avLst/>
          </a:prstGeom>
          <a:noFill/>
          <a:ln>
            <a:noFill/>
          </a:ln>
        </p:spPr>
        <p:txBody>
          <a:bodyPr anchorCtr="0" anchor="t" bIns="0" lIns="0" spcFirstLastPara="1" rIns="0" wrap="square" tIns="0">
            <a:spAutoFit/>
          </a:bodyPr>
          <a:lstStyle>
            <a:lvl1pPr lvl="0" marR="0" rtl="0" algn="ctr">
              <a:spcBef>
                <a:spcPts val="0"/>
              </a:spcBef>
              <a:spcAft>
                <a:spcPts val="0"/>
              </a:spcAft>
              <a:buClr>
                <a:srgbClr val="888888"/>
              </a:buClr>
              <a:buSzPts val="1400"/>
              <a:buFont typeface="Calibri"/>
              <a:buNone/>
              <a:defRPr b="0" i="0" sz="1684" u="none" cap="none" strike="noStrike">
                <a:solidFill>
                  <a:srgbClr val="888888"/>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9pPr>
          </a:lstStyle>
          <a:p/>
        </p:txBody>
      </p:sp>
      <p:sp>
        <p:nvSpPr>
          <p:cNvPr id="13" name="Google Shape;13;p3"/>
          <p:cNvSpPr txBox="1"/>
          <p:nvPr>
            <p:ph idx="10" type="dt"/>
          </p:nvPr>
        </p:nvSpPr>
        <p:spPr>
          <a:xfrm>
            <a:off x="609600" y="6377942"/>
            <a:ext cx="2804160" cy="259114"/>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Clr>
                <a:srgbClr val="888888"/>
              </a:buClr>
              <a:buSzPts val="1400"/>
              <a:buFont typeface="Calibri"/>
              <a:buNone/>
              <a:defRPr b="0" i="0" sz="1684" u="none" cap="none" strike="noStrike">
                <a:solidFill>
                  <a:srgbClr val="888888"/>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1684" u="none" cap="none" strike="noStrike">
                <a:solidFill>
                  <a:schemeClr val="dk1"/>
                </a:solidFill>
                <a:latin typeface="Calibri"/>
                <a:ea typeface="Calibri"/>
                <a:cs typeface="Calibri"/>
                <a:sym typeface="Calibri"/>
              </a:defRPr>
            </a:lvl9pPr>
          </a:lstStyle>
          <a:p/>
        </p:txBody>
      </p:sp>
      <p:sp>
        <p:nvSpPr>
          <p:cNvPr id="14" name="Google Shape;14;p3"/>
          <p:cNvSpPr txBox="1"/>
          <p:nvPr>
            <p:ph idx="12" type="sldNum"/>
          </p:nvPr>
        </p:nvSpPr>
        <p:spPr>
          <a:xfrm>
            <a:off x="8778240" y="6377940"/>
            <a:ext cx="2804160" cy="188684"/>
          </a:xfrm>
          <a:prstGeom prst="rect">
            <a:avLst/>
          </a:prstGeom>
          <a:noFill/>
          <a:ln>
            <a:noFill/>
          </a:ln>
        </p:spPr>
        <p:txBody>
          <a:bodyPr anchorCtr="0" anchor="t" bIns="0" lIns="0" spcFirstLastPara="1" rIns="0" wrap="square" tIns="0">
            <a:spAutoFit/>
          </a:bodyPr>
          <a:lstStyle>
            <a:lvl1pPr indent="0" lvl="0" marL="0" marR="0" rt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1pPr>
            <a:lvl2pPr indent="0" lvl="1" marL="0" marR="0" rt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2pPr>
            <a:lvl3pPr indent="0" lvl="2" marL="0" marR="0" rt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3pPr>
            <a:lvl4pPr indent="0" lvl="3" marL="0" marR="0" rt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4pPr>
            <a:lvl5pPr indent="0" lvl="4" marL="0" marR="0" rt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5pPr>
            <a:lvl6pPr indent="0" lvl="5" marL="0" marR="0" rt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6pPr>
            <a:lvl7pPr indent="0" lvl="6" marL="0" marR="0" rt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7pPr>
            <a:lvl8pPr indent="0" lvl="7" marL="0" marR="0" rt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8pPr>
            <a:lvl9pPr indent="0" lvl="8" marL="0" marR="0" rtl="0" algn="r">
              <a:spcBef>
                <a:spcPts val="0"/>
              </a:spcBef>
              <a:buClr>
                <a:srgbClr val="888888"/>
              </a:buClr>
              <a:buSzPts val="1226"/>
              <a:buFont typeface="Calibri"/>
              <a:buNone/>
              <a:defRPr b="0" i="0" sz="1226"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7" name="Shape 37"/>
        <p:cNvGrpSpPr/>
        <p:nvPr/>
      </p:nvGrpSpPr>
      <p:grpSpPr>
        <a:xfrm>
          <a:off x="0" y="0"/>
          <a:ext cx="0" cy="0"/>
          <a:chOff x="0" y="0"/>
          <a:chExt cx="0" cy="0"/>
        </a:xfrm>
      </p:grpSpPr>
      <p:sp>
        <p:nvSpPr>
          <p:cNvPr id="38" name="Google Shape;38;p5"/>
          <p:cNvSpPr txBox="1"/>
          <p:nvPr>
            <p:ph type="title"/>
          </p:nvPr>
        </p:nvSpPr>
        <p:spPr>
          <a:xfrm>
            <a:off x="838201" y="365126"/>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028"/>
              <a:buFont typeface="Calibri"/>
              <a:buNone/>
              <a:defRPr b="0" i="0" sz="4028"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9" name="Google Shape;39;p5"/>
          <p:cNvSpPr txBox="1"/>
          <p:nvPr>
            <p:ph idx="1" type="body"/>
          </p:nvPr>
        </p:nvSpPr>
        <p:spPr>
          <a:xfrm>
            <a:off x="838201" y="1825626"/>
            <a:ext cx="10515600" cy="4351338"/>
          </a:xfrm>
          <a:prstGeom prst="rect">
            <a:avLst/>
          </a:prstGeom>
          <a:noFill/>
          <a:ln>
            <a:noFill/>
          </a:ln>
        </p:spPr>
        <p:txBody>
          <a:bodyPr anchorCtr="0" anchor="t" bIns="45700" lIns="91425" spcFirstLastPara="1" rIns="91425" wrap="square" tIns="45700">
            <a:normAutofit/>
          </a:bodyPr>
          <a:lstStyle>
            <a:lvl1pPr indent="-391350" lvl="0" marL="457200" marR="0" rtl="0" algn="l">
              <a:lnSpc>
                <a:spcPct val="90000"/>
              </a:lnSpc>
              <a:spcBef>
                <a:spcPts val="916"/>
              </a:spcBef>
              <a:spcAft>
                <a:spcPts val="0"/>
              </a:spcAft>
              <a:buClr>
                <a:schemeClr val="dk1"/>
              </a:buClr>
              <a:buSzPts val="2563"/>
              <a:buFont typeface="Arial"/>
              <a:buChar char="•"/>
              <a:defRPr b="0" i="0" sz="2563" u="none" cap="none" strike="noStrike">
                <a:solidFill>
                  <a:schemeClr val="dk1"/>
                </a:solidFill>
                <a:latin typeface="Calibri"/>
                <a:ea typeface="Calibri"/>
                <a:cs typeface="Calibri"/>
                <a:sym typeface="Calibri"/>
              </a:defRPr>
            </a:lvl1pPr>
            <a:lvl2pPr indent="-368110" lvl="1" marL="914400" marR="0" rtl="0" algn="l">
              <a:lnSpc>
                <a:spcPct val="90000"/>
              </a:lnSpc>
              <a:spcBef>
                <a:spcPts val="458"/>
              </a:spcBef>
              <a:spcAft>
                <a:spcPts val="0"/>
              </a:spcAft>
              <a:buClr>
                <a:schemeClr val="dk1"/>
              </a:buClr>
              <a:buSzPts val="2197"/>
              <a:buFont typeface="Arial"/>
              <a:buChar char="•"/>
              <a:defRPr b="0" i="0" sz="2197" u="none" cap="none" strike="noStrike">
                <a:solidFill>
                  <a:schemeClr val="dk1"/>
                </a:solidFill>
                <a:latin typeface="Calibri"/>
                <a:ea typeface="Calibri"/>
                <a:cs typeface="Calibri"/>
                <a:sym typeface="Calibri"/>
              </a:defRPr>
            </a:lvl2pPr>
            <a:lvl3pPr indent="-344868" lvl="2" marL="1371600" marR="0" rtl="0" algn="l">
              <a:lnSpc>
                <a:spcPct val="90000"/>
              </a:lnSpc>
              <a:spcBef>
                <a:spcPts val="458"/>
              </a:spcBef>
              <a:spcAft>
                <a:spcPts val="0"/>
              </a:spcAft>
              <a:buClr>
                <a:schemeClr val="dk1"/>
              </a:buClr>
              <a:buSzPts val="1831"/>
              <a:buFont typeface="Arial"/>
              <a:buChar char="•"/>
              <a:defRPr b="0" i="0" sz="1831" u="none" cap="none" strike="noStrike">
                <a:solidFill>
                  <a:schemeClr val="dk1"/>
                </a:solidFill>
                <a:latin typeface="Calibri"/>
                <a:ea typeface="Calibri"/>
                <a:cs typeface="Calibri"/>
                <a:sym typeface="Calibri"/>
              </a:defRPr>
            </a:lvl3pPr>
            <a:lvl4pPr indent="-333185" lvl="3" marL="1828800" marR="0" rtl="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4pPr>
            <a:lvl5pPr indent="-333185" lvl="4" marL="2286000" marR="0" rtl="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5pPr>
            <a:lvl6pPr indent="-333185" lvl="5" marL="2743200" marR="0" rtl="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6pPr>
            <a:lvl7pPr indent="-333185" lvl="6" marL="3200400" marR="0" rtl="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7pPr>
            <a:lvl8pPr indent="-333184" lvl="7" marL="3657600" marR="0" rtl="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8pPr>
            <a:lvl9pPr indent="-333184" lvl="8" marL="4114800" marR="0" rtl="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9pPr>
          </a:lstStyle>
          <a:p/>
        </p:txBody>
      </p:sp>
      <p:sp>
        <p:nvSpPr>
          <p:cNvPr id="40" name="Google Shape;40;p5"/>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98"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1" name="Google Shape;41;p5"/>
          <p:cNvSpPr txBox="1"/>
          <p:nvPr>
            <p:ph idx="11" type="ftr"/>
          </p:nvPr>
        </p:nvSpPr>
        <p:spPr>
          <a:xfrm>
            <a:off x="4038601" y="6356351"/>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098"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2" name="Google Shape;42;p5"/>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98" u="none" cap="none" strike="noStrike">
                <a:solidFill>
                  <a:srgbClr val="888888"/>
                </a:solidFill>
                <a:latin typeface="Calibri"/>
                <a:ea typeface="Calibri"/>
                <a:cs typeface="Calibri"/>
                <a:sym typeface="Calibri"/>
              </a:defRPr>
            </a:lvl1pPr>
            <a:lvl2pPr indent="0" lvl="1" marL="0" marR="0" rtl="0" algn="r">
              <a:spcBef>
                <a:spcPts val="0"/>
              </a:spcBef>
              <a:buNone/>
              <a:defRPr b="0" i="0" sz="1098" u="none" cap="none" strike="noStrike">
                <a:solidFill>
                  <a:srgbClr val="888888"/>
                </a:solidFill>
                <a:latin typeface="Calibri"/>
                <a:ea typeface="Calibri"/>
                <a:cs typeface="Calibri"/>
                <a:sym typeface="Calibri"/>
              </a:defRPr>
            </a:lvl2pPr>
            <a:lvl3pPr indent="0" lvl="2" marL="0" marR="0" rtl="0" algn="r">
              <a:spcBef>
                <a:spcPts val="0"/>
              </a:spcBef>
              <a:buNone/>
              <a:defRPr b="0" i="0" sz="1098" u="none" cap="none" strike="noStrike">
                <a:solidFill>
                  <a:srgbClr val="888888"/>
                </a:solidFill>
                <a:latin typeface="Calibri"/>
                <a:ea typeface="Calibri"/>
                <a:cs typeface="Calibri"/>
                <a:sym typeface="Calibri"/>
              </a:defRPr>
            </a:lvl3pPr>
            <a:lvl4pPr indent="0" lvl="3" marL="0" marR="0" rtl="0" algn="r">
              <a:spcBef>
                <a:spcPts val="0"/>
              </a:spcBef>
              <a:buNone/>
              <a:defRPr b="0" i="0" sz="1098" u="none" cap="none" strike="noStrike">
                <a:solidFill>
                  <a:srgbClr val="888888"/>
                </a:solidFill>
                <a:latin typeface="Calibri"/>
                <a:ea typeface="Calibri"/>
                <a:cs typeface="Calibri"/>
                <a:sym typeface="Calibri"/>
              </a:defRPr>
            </a:lvl4pPr>
            <a:lvl5pPr indent="0" lvl="4" marL="0" marR="0" rtl="0" algn="r">
              <a:spcBef>
                <a:spcPts val="0"/>
              </a:spcBef>
              <a:buNone/>
              <a:defRPr b="0" i="0" sz="1098" u="none" cap="none" strike="noStrike">
                <a:solidFill>
                  <a:srgbClr val="888888"/>
                </a:solidFill>
                <a:latin typeface="Calibri"/>
                <a:ea typeface="Calibri"/>
                <a:cs typeface="Calibri"/>
                <a:sym typeface="Calibri"/>
              </a:defRPr>
            </a:lvl5pPr>
            <a:lvl6pPr indent="0" lvl="5" marL="0" marR="0" rtl="0" algn="r">
              <a:spcBef>
                <a:spcPts val="0"/>
              </a:spcBef>
              <a:buNone/>
              <a:defRPr b="0" i="0" sz="1098" u="none" cap="none" strike="noStrike">
                <a:solidFill>
                  <a:srgbClr val="888888"/>
                </a:solidFill>
                <a:latin typeface="Calibri"/>
                <a:ea typeface="Calibri"/>
                <a:cs typeface="Calibri"/>
                <a:sym typeface="Calibri"/>
              </a:defRPr>
            </a:lvl6pPr>
            <a:lvl7pPr indent="0" lvl="6" marL="0" marR="0" rtl="0" algn="r">
              <a:spcBef>
                <a:spcPts val="0"/>
              </a:spcBef>
              <a:buNone/>
              <a:defRPr b="0" i="0" sz="1098" u="none" cap="none" strike="noStrike">
                <a:solidFill>
                  <a:srgbClr val="888888"/>
                </a:solidFill>
                <a:latin typeface="Calibri"/>
                <a:ea typeface="Calibri"/>
                <a:cs typeface="Calibri"/>
                <a:sym typeface="Calibri"/>
              </a:defRPr>
            </a:lvl7pPr>
            <a:lvl8pPr indent="0" lvl="7" marL="0" marR="0" rtl="0" algn="r">
              <a:spcBef>
                <a:spcPts val="0"/>
              </a:spcBef>
              <a:buNone/>
              <a:defRPr b="0" i="0" sz="1098" u="none" cap="none" strike="noStrike">
                <a:solidFill>
                  <a:srgbClr val="888888"/>
                </a:solidFill>
                <a:latin typeface="Calibri"/>
                <a:ea typeface="Calibri"/>
                <a:cs typeface="Calibri"/>
                <a:sym typeface="Calibri"/>
              </a:defRPr>
            </a:lvl8pPr>
            <a:lvl9pPr indent="0" lvl="8" marL="0" marR="0" rtl="0" algn="r">
              <a:spcBef>
                <a:spcPts val="0"/>
              </a:spcBef>
              <a:buNone/>
              <a:defRPr b="0" i="0" sz="1098"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16" name="Shape 116"/>
        <p:cNvGrpSpPr/>
        <p:nvPr/>
      </p:nvGrpSpPr>
      <p:grpSpPr>
        <a:xfrm>
          <a:off x="0" y="0"/>
          <a:ext cx="0" cy="0"/>
          <a:chOff x="0" y="0"/>
          <a:chExt cx="0" cy="0"/>
        </a:xfrm>
      </p:grpSpPr>
      <p:sp>
        <p:nvSpPr>
          <p:cNvPr id="117" name="Google Shape;117;h7c373c2e280f5525_0_115"/>
          <p:cNvSpPr txBox="1"/>
          <p:nvPr>
            <p:ph type="title"/>
          </p:nvPr>
        </p:nvSpPr>
        <p:spPr>
          <a:xfrm>
            <a:off x="838201" y="365126"/>
            <a:ext cx="10515600" cy="13257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4028"/>
              <a:buFont typeface="Calibri"/>
              <a:buNone/>
              <a:defRPr b="0" i="0" sz="4028"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8" name="Google Shape;118;h7c373c2e280f5525_0_115"/>
          <p:cNvSpPr txBox="1"/>
          <p:nvPr>
            <p:ph idx="1" type="body"/>
          </p:nvPr>
        </p:nvSpPr>
        <p:spPr>
          <a:xfrm>
            <a:off x="838201" y="1825626"/>
            <a:ext cx="10515600" cy="4351200"/>
          </a:xfrm>
          <a:prstGeom prst="rect">
            <a:avLst/>
          </a:prstGeom>
          <a:noFill/>
          <a:ln>
            <a:noFill/>
          </a:ln>
        </p:spPr>
        <p:txBody>
          <a:bodyPr anchorCtr="0" anchor="t" bIns="45700" lIns="91425" spcFirstLastPara="1" rIns="91425" wrap="square" tIns="45700">
            <a:normAutofit/>
          </a:bodyPr>
          <a:lstStyle>
            <a:lvl1pPr indent="-391350" lvl="0" marL="457200" marR="0" algn="l">
              <a:lnSpc>
                <a:spcPct val="90000"/>
              </a:lnSpc>
              <a:spcBef>
                <a:spcPts val="916"/>
              </a:spcBef>
              <a:spcAft>
                <a:spcPts val="0"/>
              </a:spcAft>
              <a:buClr>
                <a:schemeClr val="dk1"/>
              </a:buClr>
              <a:buSzPts val="2563"/>
              <a:buFont typeface="Arial"/>
              <a:buChar char="•"/>
              <a:defRPr b="0" i="0" sz="2563" u="none" cap="none" strike="noStrike">
                <a:solidFill>
                  <a:schemeClr val="dk1"/>
                </a:solidFill>
                <a:latin typeface="Calibri"/>
                <a:ea typeface="Calibri"/>
                <a:cs typeface="Calibri"/>
                <a:sym typeface="Calibri"/>
              </a:defRPr>
            </a:lvl1pPr>
            <a:lvl2pPr indent="-368110" lvl="1" marL="914400" marR="0" algn="l">
              <a:lnSpc>
                <a:spcPct val="90000"/>
              </a:lnSpc>
              <a:spcBef>
                <a:spcPts val="458"/>
              </a:spcBef>
              <a:spcAft>
                <a:spcPts val="0"/>
              </a:spcAft>
              <a:buClr>
                <a:schemeClr val="dk1"/>
              </a:buClr>
              <a:buSzPts val="2197"/>
              <a:buFont typeface="Arial"/>
              <a:buChar char="•"/>
              <a:defRPr b="0" i="0" sz="2197" u="none" cap="none" strike="noStrike">
                <a:solidFill>
                  <a:schemeClr val="dk1"/>
                </a:solidFill>
                <a:latin typeface="Calibri"/>
                <a:ea typeface="Calibri"/>
                <a:cs typeface="Calibri"/>
                <a:sym typeface="Calibri"/>
              </a:defRPr>
            </a:lvl2pPr>
            <a:lvl3pPr indent="-344868" lvl="2" marL="1371600" marR="0" algn="l">
              <a:lnSpc>
                <a:spcPct val="90000"/>
              </a:lnSpc>
              <a:spcBef>
                <a:spcPts val="458"/>
              </a:spcBef>
              <a:spcAft>
                <a:spcPts val="0"/>
              </a:spcAft>
              <a:buClr>
                <a:schemeClr val="dk1"/>
              </a:buClr>
              <a:buSzPts val="1831"/>
              <a:buFont typeface="Arial"/>
              <a:buChar char="•"/>
              <a:defRPr b="0" i="0" sz="1831" u="none" cap="none" strike="noStrike">
                <a:solidFill>
                  <a:schemeClr val="dk1"/>
                </a:solidFill>
                <a:latin typeface="Calibri"/>
                <a:ea typeface="Calibri"/>
                <a:cs typeface="Calibri"/>
                <a:sym typeface="Calibri"/>
              </a:defRPr>
            </a:lvl3pPr>
            <a:lvl4pPr indent="-333185" lvl="3" marL="1828800" marR="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4pPr>
            <a:lvl5pPr indent="-333185" lvl="4" marL="2286000" marR="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5pPr>
            <a:lvl6pPr indent="-333185" lvl="5" marL="2743200" marR="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6pPr>
            <a:lvl7pPr indent="-333185" lvl="6" marL="3200400" marR="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7pPr>
            <a:lvl8pPr indent="-333184" lvl="7" marL="3657600" marR="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8pPr>
            <a:lvl9pPr indent="-333184" lvl="8" marL="4114800" marR="0" algn="l">
              <a:lnSpc>
                <a:spcPct val="90000"/>
              </a:lnSpc>
              <a:spcBef>
                <a:spcPts val="458"/>
              </a:spcBef>
              <a:spcAft>
                <a:spcPts val="0"/>
              </a:spcAft>
              <a:buClr>
                <a:schemeClr val="dk1"/>
              </a:buClr>
              <a:buSzPts val="1647"/>
              <a:buFont typeface="Arial"/>
              <a:buChar char="•"/>
              <a:defRPr b="0" i="0" sz="1647" u="none" cap="none" strike="noStrike">
                <a:solidFill>
                  <a:schemeClr val="dk1"/>
                </a:solidFill>
                <a:latin typeface="Calibri"/>
                <a:ea typeface="Calibri"/>
                <a:cs typeface="Calibri"/>
                <a:sym typeface="Calibri"/>
              </a:defRPr>
            </a:lvl9pPr>
          </a:lstStyle>
          <a:p/>
        </p:txBody>
      </p:sp>
      <p:sp>
        <p:nvSpPr>
          <p:cNvPr id="119" name="Google Shape;119;h7c373c2e280f5525_0_115"/>
          <p:cNvSpPr txBox="1"/>
          <p:nvPr>
            <p:ph idx="10" type="dt"/>
          </p:nvPr>
        </p:nvSpPr>
        <p:spPr>
          <a:xfrm>
            <a:off x="838201" y="6356351"/>
            <a:ext cx="27432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098"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0" name="Google Shape;120;h7c373c2e280f5525_0_115"/>
          <p:cNvSpPr txBox="1"/>
          <p:nvPr>
            <p:ph idx="11" type="ftr"/>
          </p:nvPr>
        </p:nvSpPr>
        <p:spPr>
          <a:xfrm>
            <a:off x="4038601" y="6356351"/>
            <a:ext cx="41148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098"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1" name="Google Shape;121;h7c373c2e280f5525_0_115"/>
          <p:cNvSpPr txBox="1"/>
          <p:nvPr>
            <p:ph idx="12" type="sldNum"/>
          </p:nvPr>
        </p:nvSpPr>
        <p:spPr>
          <a:xfrm>
            <a:off x="8610601" y="6356351"/>
            <a:ext cx="27432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098" u="none" cap="none" strike="noStrike">
                <a:solidFill>
                  <a:srgbClr val="888888"/>
                </a:solidFill>
                <a:latin typeface="Calibri"/>
                <a:ea typeface="Calibri"/>
                <a:cs typeface="Calibri"/>
                <a:sym typeface="Calibri"/>
              </a:defRPr>
            </a:lvl1pPr>
            <a:lvl2pPr indent="0" lvl="1" marL="0" marR="0" algn="r">
              <a:spcBef>
                <a:spcPts val="0"/>
              </a:spcBef>
              <a:buNone/>
              <a:defRPr b="0" i="0" sz="1098" u="none" cap="none" strike="noStrike">
                <a:solidFill>
                  <a:srgbClr val="888888"/>
                </a:solidFill>
                <a:latin typeface="Calibri"/>
                <a:ea typeface="Calibri"/>
                <a:cs typeface="Calibri"/>
                <a:sym typeface="Calibri"/>
              </a:defRPr>
            </a:lvl2pPr>
            <a:lvl3pPr indent="0" lvl="2" marL="0" marR="0" algn="r">
              <a:spcBef>
                <a:spcPts val="0"/>
              </a:spcBef>
              <a:buNone/>
              <a:defRPr b="0" i="0" sz="1098" u="none" cap="none" strike="noStrike">
                <a:solidFill>
                  <a:srgbClr val="888888"/>
                </a:solidFill>
                <a:latin typeface="Calibri"/>
                <a:ea typeface="Calibri"/>
                <a:cs typeface="Calibri"/>
                <a:sym typeface="Calibri"/>
              </a:defRPr>
            </a:lvl3pPr>
            <a:lvl4pPr indent="0" lvl="3" marL="0" marR="0" algn="r">
              <a:spcBef>
                <a:spcPts val="0"/>
              </a:spcBef>
              <a:buNone/>
              <a:defRPr b="0" i="0" sz="1098" u="none" cap="none" strike="noStrike">
                <a:solidFill>
                  <a:srgbClr val="888888"/>
                </a:solidFill>
                <a:latin typeface="Calibri"/>
                <a:ea typeface="Calibri"/>
                <a:cs typeface="Calibri"/>
                <a:sym typeface="Calibri"/>
              </a:defRPr>
            </a:lvl4pPr>
            <a:lvl5pPr indent="0" lvl="4" marL="0" marR="0" algn="r">
              <a:spcBef>
                <a:spcPts val="0"/>
              </a:spcBef>
              <a:buNone/>
              <a:defRPr b="0" i="0" sz="1098" u="none" cap="none" strike="noStrike">
                <a:solidFill>
                  <a:srgbClr val="888888"/>
                </a:solidFill>
                <a:latin typeface="Calibri"/>
                <a:ea typeface="Calibri"/>
                <a:cs typeface="Calibri"/>
                <a:sym typeface="Calibri"/>
              </a:defRPr>
            </a:lvl5pPr>
            <a:lvl6pPr indent="0" lvl="5" marL="0" marR="0" algn="r">
              <a:spcBef>
                <a:spcPts val="0"/>
              </a:spcBef>
              <a:buNone/>
              <a:defRPr b="0" i="0" sz="1098" u="none" cap="none" strike="noStrike">
                <a:solidFill>
                  <a:srgbClr val="888888"/>
                </a:solidFill>
                <a:latin typeface="Calibri"/>
                <a:ea typeface="Calibri"/>
                <a:cs typeface="Calibri"/>
                <a:sym typeface="Calibri"/>
              </a:defRPr>
            </a:lvl6pPr>
            <a:lvl7pPr indent="0" lvl="6" marL="0" marR="0" algn="r">
              <a:spcBef>
                <a:spcPts val="0"/>
              </a:spcBef>
              <a:buNone/>
              <a:defRPr b="0" i="0" sz="1098" u="none" cap="none" strike="noStrike">
                <a:solidFill>
                  <a:srgbClr val="888888"/>
                </a:solidFill>
                <a:latin typeface="Calibri"/>
                <a:ea typeface="Calibri"/>
                <a:cs typeface="Calibri"/>
                <a:sym typeface="Calibri"/>
              </a:defRPr>
            </a:lvl7pPr>
            <a:lvl8pPr indent="0" lvl="7" marL="0" marR="0" algn="r">
              <a:spcBef>
                <a:spcPts val="0"/>
              </a:spcBef>
              <a:buNone/>
              <a:defRPr b="0" i="0" sz="1098" u="none" cap="none" strike="noStrike">
                <a:solidFill>
                  <a:srgbClr val="888888"/>
                </a:solidFill>
                <a:latin typeface="Calibri"/>
                <a:ea typeface="Calibri"/>
                <a:cs typeface="Calibri"/>
                <a:sym typeface="Calibri"/>
              </a:defRPr>
            </a:lvl8pPr>
            <a:lvl9pPr indent="0" lvl="8" marL="0" marR="0" algn="r">
              <a:spcBef>
                <a:spcPts val="0"/>
              </a:spcBef>
              <a:buNone/>
              <a:defRPr b="0" i="0" sz="1098"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jpg"/><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4" name="Shape 194"/>
        <p:cNvGrpSpPr/>
        <p:nvPr/>
      </p:nvGrpSpPr>
      <p:grpSpPr>
        <a:xfrm>
          <a:off x="0" y="0"/>
          <a:ext cx="0" cy="0"/>
          <a:chOff x="0" y="0"/>
          <a:chExt cx="0" cy="0"/>
        </a:xfrm>
      </p:grpSpPr>
      <p:sp>
        <p:nvSpPr>
          <p:cNvPr id="195" name="Google Shape;195;p1"/>
          <p:cNvSpPr/>
          <p:nvPr/>
        </p:nvSpPr>
        <p:spPr>
          <a:xfrm>
            <a:off x="1274842" y="1091409"/>
            <a:ext cx="9384961" cy="664626"/>
          </a:xfrm>
          <a:prstGeom prst="rect">
            <a:avLst/>
          </a:prstGeom>
          <a:noFill/>
          <a:ln>
            <a:noFill/>
          </a:ln>
        </p:spPr>
        <p:txBody>
          <a:bodyPr anchorCtr="0" anchor="t" bIns="42725" lIns="85500" spcFirstLastPara="1" rIns="85500" wrap="square" tIns="42725">
            <a:spAutoFit/>
          </a:bodyPr>
          <a:lstStyle/>
          <a:p>
            <a:pPr indent="0" lvl="0" marL="0" marR="0" rtl="0" algn="l">
              <a:lnSpc>
                <a:spcPct val="100000"/>
              </a:lnSpc>
              <a:spcBef>
                <a:spcPts val="0"/>
              </a:spcBef>
              <a:spcAft>
                <a:spcPts val="0"/>
              </a:spcAft>
              <a:buClr>
                <a:srgbClr val="000000"/>
              </a:buClr>
              <a:buSzPts val="3678"/>
              <a:buFont typeface="Calibri"/>
              <a:buNone/>
            </a:pPr>
            <a:r>
              <a:rPr b="1" i="0" lang="en-US" sz="2400" u="none" cap="none" strike="noStrike">
                <a:solidFill>
                  <a:srgbClr val="FFFFFF"/>
                </a:solidFill>
                <a:latin typeface="Calibri"/>
                <a:ea typeface="Calibri"/>
                <a:cs typeface="Calibri"/>
                <a:sym typeface="Calibri"/>
              </a:rPr>
              <a:t>College of Engineering and Computer Science</a:t>
            </a:r>
            <a:endParaRPr b="0" i="0" sz="1124" u="none" cap="none" strike="noStrike">
              <a:solidFill>
                <a:srgbClr val="000000"/>
              </a:solidFill>
              <a:latin typeface="Arial"/>
              <a:ea typeface="Arial"/>
              <a:cs typeface="Arial"/>
              <a:sym typeface="Arial"/>
            </a:endParaRPr>
          </a:p>
        </p:txBody>
      </p:sp>
      <p:sp>
        <p:nvSpPr>
          <p:cNvPr id="196" name="Google Shape;196;p1"/>
          <p:cNvSpPr/>
          <p:nvPr/>
        </p:nvSpPr>
        <p:spPr>
          <a:xfrm>
            <a:off x="1402110" y="3816800"/>
            <a:ext cx="2211449" cy="615751"/>
          </a:xfrm>
          <a:prstGeom prst="rect">
            <a:avLst/>
          </a:prstGeom>
          <a:noFill/>
          <a:ln>
            <a:noFill/>
          </a:ln>
        </p:spPr>
        <p:txBody>
          <a:bodyPr anchorCtr="0" anchor="t" bIns="42725" lIns="85500" spcFirstLastPara="1" rIns="85500" wrap="square" tIns="42725">
            <a:spAutoFit/>
          </a:bodyPr>
          <a:lstStyle/>
          <a:p>
            <a:pPr indent="0" lvl="0" marL="0" marR="0" rtl="0" algn="l">
              <a:lnSpc>
                <a:spcPct val="100000"/>
              </a:lnSpc>
              <a:spcBef>
                <a:spcPts val="0"/>
              </a:spcBef>
              <a:spcAft>
                <a:spcPts val="0"/>
              </a:spcAft>
              <a:buClr>
                <a:srgbClr val="000000"/>
              </a:buClr>
              <a:buSzPts val="3366"/>
              <a:buFont typeface="Calibri"/>
              <a:buNone/>
            </a:pPr>
            <a:r>
              <a:rPr sz="2800" b="1">
                <a:solidFill>
                  <a:srgbClr val="FFFFFF"/>
                </a:solidFill>
                <a:latin typeface="Arial"/>
              </a:rPr>
              <a:t>CH. 02</a:t>
            </a:r>
            <a:endParaRPr b="0" i="0" sz="1310" u="none" cap="none" strike="noStrike">
              <a:solidFill>
                <a:srgbClr val="000000"/>
              </a:solidFill>
              <a:latin typeface="Arial"/>
              <a:ea typeface="Arial"/>
              <a:cs typeface="Arial"/>
              <a:sym typeface="Arial"/>
            </a:endParaRPr>
          </a:p>
        </p:txBody>
      </p:sp>
      <p:sp>
        <p:nvSpPr>
          <p:cNvPr id="197" name="Google Shape;197;p1"/>
          <p:cNvSpPr/>
          <p:nvPr/>
        </p:nvSpPr>
        <p:spPr>
          <a:xfrm>
            <a:off x="1402110" y="2158446"/>
            <a:ext cx="6400800" cy="1601558"/>
          </a:xfrm>
          <a:prstGeom prst="rect">
            <a:avLst/>
          </a:prstGeom>
          <a:solidFill>
            <a:srgbClr val="C62027"/>
          </a:solidFill>
          <a:ln>
            <a:noFill/>
          </a:ln>
          <a:effectLst>
            <a:outerShdw blurRad="50800" rotWithShape="0" algn="tl" dir="2700000" dist="38100">
              <a:srgbClr val="000000">
                <a:alpha val="40000"/>
              </a:srgbClr>
            </a:outerShdw>
          </a:effectLst>
        </p:spPr>
        <p:txBody>
          <a:bodyPr anchorCtr="0" anchor="ctr" bIns="42725" lIns="85500" spcFirstLastPara="1" rIns="85500" wrap="square" tIns="42725">
            <a:noAutofit/>
          </a:bodyPr>
          <a:lstStyle/>
          <a:p>
            <a:pPr indent="0" lvl="0" marL="0" marR="0" rtl="0" algn="ctr">
              <a:lnSpc>
                <a:spcPct val="100000"/>
              </a:lnSpc>
              <a:spcBef>
                <a:spcPts val="0"/>
              </a:spcBef>
              <a:spcAft>
                <a:spcPts val="0"/>
              </a:spcAft>
              <a:buClr>
                <a:srgbClr val="000000"/>
              </a:buClr>
              <a:buSzPts val="1684"/>
              <a:buFont typeface="Arial"/>
              <a:buNone/>
            </a:pPr>
            <a:r>
              <a:t/>
            </a:r>
            <a:endParaRPr b="0" i="0" sz="1684" u="none" cap="none" strike="noStrike">
              <a:solidFill>
                <a:srgbClr val="FFFFFF"/>
              </a:solidFill>
              <a:latin typeface="Calibri"/>
              <a:ea typeface="Calibri"/>
              <a:cs typeface="Calibri"/>
              <a:sym typeface="Calibri"/>
            </a:endParaRPr>
          </a:p>
        </p:txBody>
      </p:sp>
      <p:sp>
        <p:nvSpPr>
          <p:cNvPr id="198" name="Google Shape;198;p1"/>
          <p:cNvSpPr txBox="1"/>
          <p:nvPr/>
        </p:nvSpPr>
        <p:spPr>
          <a:xfrm>
            <a:off x="1399032" y="2157984"/>
            <a:ext cx="5989320" cy="1627632"/>
          </a:xfrm>
          <a:prstGeom prst="rect">
            <a:avLst/>
          </a:prstGeom>
          <a:noFill/>
          <a:ln>
            <a:noFill/>
          </a:ln>
        </p:spPr>
        <p:txBody>
          <a:bodyPr anchorCtr="0" anchor="t" bIns="42725" lIns="45720" spcFirstLastPara="1" rIns="9144" wrap="square" tIns="18288">
            <a:spAutoFit/>
          </a:bodyPr>
          <a:lstStyle/>
          <a:p>
            <a:pPr indent="0" lvl="0" marL="0" marR="0" rtl="0" algn="l">
              <a:lnSpc>
                <a:spcPct val="90000"/>
              </a:lnSpc>
              <a:spcBef>
                <a:spcPts val="0"/>
              </a:spcBef>
              <a:spcAft>
                <a:spcPts val="100"/>
              </a:spcAft>
              <a:buClr>
                <a:srgbClr val="FFFFFF"/>
              </a:buClr>
              <a:buSzPts val="2800"/>
              <a:buFont typeface="Calibri"/>
              <a:buNone/>
            </a:pPr>
            <a:r>
              <a:rPr b="1" sz="2200">
                <a:solidFill>
                  <a:srgbClr val="FFFFFF"/>
                </a:solidFill>
                <a:latin typeface="Arial"/>
              </a:rPr>
              <a:t>Advanced Software Engineering</a:t>
            </a:r>
            <a:endParaRPr/>
          </a:p>
          <a:p>
            <a:pPr>
              <a:spcBef>
                <a:spcPts val="0"/>
              </a:spcBef>
              <a:spcAft>
                <a:spcPts val="100"/>
              </a:spcAft>
            </a:pPr>
            <a:r>
              <a:rPr b="1" sz="2200">
                <a:solidFill>
                  <a:srgbClr val="FFFFFF"/>
                </a:solidFill>
                <a:latin typeface="Arial"/>
              </a:rPr>
              <a:t>Requirements Engineering</a:t>
            </a:r>
          </a:p>
          <a:p>
            <a:pPr>
              <a:spcBef>
                <a:spcPts val="0"/>
              </a:spcBef>
              <a:spcAft>
                <a:spcPts val="100"/>
              </a:spcAft>
            </a:pPr>
            <a:r>
              <a:rPr b="1" sz="1900">
                <a:solidFill>
                  <a:srgbClr val="FFFFFF"/>
                </a:solidFill>
                <a:latin typeface="Arial"/>
              </a:rPr>
              <a:t>&amp; Specification  |  Sections 2.1–2.3</a:t>
            </a:r>
          </a:p>
        </p:txBody>
      </p:sp>
      <p:sp>
        <p:nvSpPr>
          <p:cNvPr id="199" name="Google Shape;199;p1"/>
          <p:cNvSpPr/>
          <p:nvPr/>
        </p:nvSpPr>
        <p:spPr>
          <a:xfrm>
            <a:off x="1402110" y="3857670"/>
            <a:ext cx="2373731" cy="518085"/>
          </a:xfrm>
          <a:prstGeom prst="rect">
            <a:avLst/>
          </a:prstGeom>
          <a:noFill/>
          <a:ln cap="flat" cmpd="sng" w="38100">
            <a:solidFill>
              <a:schemeClr val="l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2725" lIns="85500" spcFirstLastPara="1" rIns="85500" wrap="square" tIns="42725">
            <a:noAutofit/>
          </a:bodyPr>
          <a:lstStyle/>
          <a:p>
            <a:pPr indent="0" lvl="0" marL="0" marR="0" rtl="0" algn="ctr">
              <a:lnSpc>
                <a:spcPct val="100000"/>
              </a:lnSpc>
              <a:spcBef>
                <a:spcPts val="0"/>
              </a:spcBef>
              <a:spcAft>
                <a:spcPts val="0"/>
              </a:spcAft>
              <a:buClr>
                <a:srgbClr val="000000"/>
              </a:buClr>
              <a:buSzPts val="1684"/>
              <a:buFont typeface="Arial"/>
              <a:buNone/>
            </a:pPr>
            <a:r>
              <a:t/>
            </a:r>
            <a:endParaRPr b="0" i="0" sz="1684" u="none" cap="none" strike="noStrike">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2.1  RE</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Why do requirements matter?</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Building the wrong thing is still a failure.</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pPr algn="r">
              <a:spcBef>
                <a:spcPts val="0"/>
              </a:spcBef>
              <a:spcAft>
                <a:spcPts val="0"/>
              </a:spcAft>
            </a:pPr>
            <a:r>
              <a:rPr sz="900" b="0" i="0">
                <a:solidFill>
                  <a:srgbClr val="69747D"/>
                </a:solidFill>
                <a:latin typeface="Arial"/>
              </a:rPr>
              <a:t>02 / 15</a:t>
            </a:r>
          </a:p>
        </p:txBody>
      </p:sp>
      <p:sp>
        <p:nvSpPr>
          <p:cNvPr id="9" name="Rounded Rectangle 8"/>
          <p:cNvSpPr/>
          <p:nvPr/>
        </p:nvSpPr>
        <p:spPr>
          <a:xfrm>
            <a:off x="809244" y="1897380"/>
            <a:ext cx="5138928" cy="3255264"/>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68096" y="1847088"/>
            <a:ext cx="5138928" cy="3255264"/>
          </a:xfrm>
          <a:prstGeom prst="roundRect">
            <a:avLst>
              <a:gd name="adj" fmla="val 13000"/>
            </a:avLst>
          </a:prstGeom>
          <a:solidFill>
            <a:srgbClr val="FBE7E9"/>
          </a:solidFill>
          <a:ln w="12700">
            <a:solidFill>
              <a:srgbClr val="ECD7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40780" y="1897380"/>
            <a:ext cx="5138928" cy="3255264"/>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99632" y="1847088"/>
            <a:ext cx="5138928" cy="3255264"/>
          </a:xfrm>
          <a:prstGeom prst="roundRect">
            <a:avLst>
              <a:gd name="adj" fmla="val 13000"/>
            </a:avLst>
          </a:prstGeom>
          <a:solidFill>
            <a:srgbClr val="E6F3EC"/>
          </a:solidFill>
          <a:ln w="12700">
            <a:solidFill>
              <a:srgbClr val="D6E9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51560" y="2185416"/>
            <a:ext cx="576072" cy="576072"/>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2185416"/>
            <a:ext cx="576072" cy="576072"/>
          </a:xfrm>
          <a:prstGeom prst="rect">
            <a:avLst/>
          </a:prstGeom>
          <a:noFill/>
        </p:spPr>
        <p:txBody>
          <a:bodyPr wrap="square" lIns="9144" rIns="9144" tIns="9144" bIns="9144" anchor="ctr">
            <a:spAutoFit/>
          </a:bodyPr>
          <a:lstStyle/>
          <a:p>
            <a:pPr algn="ctr">
              <a:spcBef>
                <a:spcPts val="0"/>
              </a:spcBef>
              <a:spcAft>
                <a:spcPts val="0"/>
              </a:spcAft>
            </a:pPr>
            <a:r>
              <a:rPr sz="2300" b="1" i="0">
                <a:solidFill>
                  <a:srgbClr val="FFFFFF"/>
                </a:solidFill>
                <a:latin typeface="Arial"/>
              </a:rPr>
              <a:t>×</a:t>
            </a:r>
          </a:p>
        </p:txBody>
      </p:sp>
      <p:sp>
        <p:nvSpPr>
          <p:cNvPr id="15" name="Oval 14"/>
          <p:cNvSpPr/>
          <p:nvPr/>
        </p:nvSpPr>
        <p:spPr>
          <a:xfrm>
            <a:off x="6483096" y="2185416"/>
            <a:ext cx="576072" cy="576072"/>
          </a:xfrm>
          <a:prstGeom prst="ellipse">
            <a:avLst/>
          </a:prstGeom>
          <a:solidFill>
            <a:srgbClr val="217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83096" y="2185416"/>
            <a:ext cx="576072" cy="576072"/>
          </a:xfrm>
          <a:prstGeom prst="rect">
            <a:avLst/>
          </a:prstGeom>
          <a:noFill/>
        </p:spPr>
        <p:txBody>
          <a:bodyPr wrap="square" lIns="9144" rIns="9144" tIns="9144" bIns="9144" anchor="ctr">
            <a:spAutoFit/>
          </a:bodyPr>
          <a:lstStyle/>
          <a:p>
            <a:pPr algn="ctr">
              <a:spcBef>
                <a:spcPts val="0"/>
              </a:spcBef>
              <a:spcAft>
                <a:spcPts val="0"/>
              </a:spcAft>
            </a:pPr>
            <a:r>
              <a:rPr sz="2100" b="1" i="0">
                <a:solidFill>
                  <a:srgbClr val="FFFFFF"/>
                </a:solidFill>
                <a:latin typeface="Arial"/>
              </a:rPr>
              <a:t>✓</a:t>
            </a:r>
          </a:p>
        </p:txBody>
      </p:sp>
      <p:sp>
        <p:nvSpPr>
          <p:cNvPr id="17" name="TextBox 16"/>
          <p:cNvSpPr txBox="1"/>
          <p:nvPr/>
        </p:nvSpPr>
        <p:spPr>
          <a:xfrm>
            <a:off x="1078992" y="2889504"/>
            <a:ext cx="4526280" cy="338328"/>
          </a:xfrm>
          <a:prstGeom prst="rect">
            <a:avLst/>
          </a:prstGeom>
          <a:noFill/>
        </p:spPr>
        <p:txBody>
          <a:bodyPr wrap="square" lIns="9144" rIns="9144" tIns="9144" bIns="9144" anchor="ctr">
            <a:spAutoFit/>
          </a:bodyPr>
          <a:lstStyle/>
          <a:p>
            <a:pPr algn="l">
              <a:spcBef>
                <a:spcPts val="0"/>
              </a:spcBef>
              <a:spcAft>
                <a:spcPts val="0"/>
              </a:spcAft>
            </a:pPr>
            <a:r>
              <a:rPr sz="1900" b="1" i="0">
                <a:solidFill>
                  <a:srgbClr val="CE1C29"/>
                </a:solidFill>
                <a:latin typeface="Arial"/>
              </a:rPr>
              <a:t>BUILD THE WRONG THING</a:t>
            </a:r>
          </a:p>
        </p:txBody>
      </p:sp>
      <p:sp>
        <p:nvSpPr>
          <p:cNvPr id="18" name="TextBox 17"/>
          <p:cNvSpPr txBox="1"/>
          <p:nvPr/>
        </p:nvSpPr>
        <p:spPr>
          <a:xfrm>
            <a:off x="1078992" y="3392424"/>
            <a:ext cx="4297680" cy="859536"/>
          </a:xfrm>
          <a:prstGeom prst="rect">
            <a:avLst/>
          </a:prstGeom>
          <a:noFill/>
        </p:spPr>
        <p:txBody>
          <a:bodyPr wrap="square" lIns="9144" rIns="9144" tIns="9144" bIns="9144" anchor="ctr">
            <a:spAutoFit/>
          </a:bodyPr>
          <a:lstStyle/>
          <a:p>
            <a:pPr algn="l">
              <a:spcBef>
                <a:spcPts val="0"/>
              </a:spcBef>
              <a:spcAft>
                <a:spcPts val="0"/>
              </a:spcAft>
            </a:pPr>
            <a:r>
              <a:rPr sz="1800" b="0" i="0">
                <a:solidFill>
                  <a:srgbClr val="233039"/>
                </a:solidFill>
                <a:latin typeface="Arial"/>
              </a:rPr>
              <a:t>Beautiful design</a:t>
            </a:r>
          </a:p>
          <a:p>
            <a:pPr algn="l">
              <a:spcBef>
                <a:spcPts val="0"/>
              </a:spcBef>
              <a:spcAft>
                <a:spcPts val="0"/>
              </a:spcAft>
            </a:pPr>
            <a:r>
              <a:rPr sz="1800" b="0" i="0">
                <a:solidFill>
                  <a:srgbClr val="233039"/>
                </a:solidFill>
                <a:latin typeface="Arial"/>
              </a:rPr>
              <a:t>Lots of extra features</a:t>
            </a:r>
          </a:p>
        </p:txBody>
      </p:sp>
      <p:sp>
        <p:nvSpPr>
          <p:cNvPr id="19" name="TextBox 18"/>
          <p:cNvSpPr txBox="1"/>
          <p:nvPr/>
        </p:nvSpPr>
        <p:spPr>
          <a:xfrm>
            <a:off x="6492240" y="2889504"/>
            <a:ext cx="4526280" cy="338328"/>
          </a:xfrm>
          <a:prstGeom prst="rect">
            <a:avLst/>
          </a:prstGeom>
          <a:noFill/>
        </p:spPr>
        <p:txBody>
          <a:bodyPr wrap="square" lIns="9144" rIns="9144" tIns="9144" bIns="9144" anchor="ctr">
            <a:spAutoFit/>
          </a:bodyPr>
          <a:lstStyle/>
          <a:p>
            <a:pPr algn="l">
              <a:spcBef>
                <a:spcPts val="0"/>
              </a:spcBef>
              <a:spcAft>
                <a:spcPts val="0"/>
              </a:spcAft>
            </a:pPr>
            <a:r>
              <a:rPr sz="1900" b="1" i="0">
                <a:solidFill>
                  <a:srgbClr val="217B57"/>
                </a:solidFill>
                <a:latin typeface="Arial"/>
              </a:rPr>
              <a:t>BUILD THE RIGHT THING</a:t>
            </a:r>
          </a:p>
        </p:txBody>
      </p:sp>
      <p:sp>
        <p:nvSpPr>
          <p:cNvPr id="20" name="TextBox 19"/>
          <p:cNvSpPr txBox="1"/>
          <p:nvPr/>
        </p:nvSpPr>
        <p:spPr>
          <a:xfrm>
            <a:off x="6492240" y="3392424"/>
            <a:ext cx="4297680" cy="859536"/>
          </a:xfrm>
          <a:prstGeom prst="rect">
            <a:avLst/>
          </a:prstGeom>
          <a:noFill/>
        </p:spPr>
        <p:txBody>
          <a:bodyPr wrap="square" lIns="9144" rIns="9144" tIns="9144" bIns="9144" anchor="ctr">
            <a:spAutoFit/>
          </a:bodyPr>
          <a:lstStyle/>
          <a:p>
            <a:pPr algn="l">
              <a:spcBef>
                <a:spcPts val="0"/>
              </a:spcBef>
              <a:spcAft>
                <a:spcPts val="0"/>
              </a:spcAft>
            </a:pPr>
            <a:r>
              <a:rPr sz="1800" b="0" i="0">
                <a:solidFill>
                  <a:srgbClr val="233039"/>
                </a:solidFill>
                <a:latin typeface="Arial"/>
              </a:rPr>
              <a:t>Assign work easily</a:t>
            </a:r>
          </a:p>
          <a:p>
            <a:pPr algn="l">
              <a:spcBef>
                <a:spcPts val="0"/>
              </a:spcBef>
              <a:spcAft>
                <a:spcPts val="0"/>
              </a:spcAft>
            </a:pPr>
            <a:r>
              <a:rPr sz="1800" b="0" i="0">
                <a:solidFill>
                  <a:srgbClr val="233039"/>
                </a:solidFill>
                <a:latin typeface="Arial"/>
              </a:rPr>
              <a:t>See deadlines clearly</a:t>
            </a:r>
          </a:p>
        </p:txBody>
      </p:sp>
      <p:sp>
        <p:nvSpPr>
          <p:cNvPr id="21" name="Rounded Rectangle 20"/>
          <p:cNvSpPr/>
          <p:nvPr/>
        </p:nvSpPr>
        <p:spPr>
          <a:xfrm>
            <a:off x="1508760" y="5431536"/>
            <a:ext cx="9144000" cy="603504"/>
          </a:xfrm>
          <a:prstGeom prst="roundRect">
            <a:avLst>
              <a:gd name="adj" fmla="val 13000"/>
            </a:avLst>
          </a:prstGeom>
          <a:solidFill>
            <a:srgbClr val="E2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737360" y="5559552"/>
            <a:ext cx="8686800" cy="256032"/>
          </a:xfrm>
          <a:prstGeom prst="rect">
            <a:avLst/>
          </a:prstGeom>
          <a:noFill/>
        </p:spPr>
        <p:txBody>
          <a:bodyPr wrap="square" lIns="9144" rIns="9144" tIns="9144" bIns="9144" anchor="ctr">
            <a:spAutoFit/>
          </a:bodyPr>
          <a:lstStyle/>
          <a:p>
            <a:pPr algn="ctr">
              <a:spcBef>
                <a:spcPts val="0"/>
              </a:spcBef>
              <a:spcAft>
                <a:spcPts val="0"/>
              </a:spcAft>
            </a:pPr>
            <a:r>
              <a:rPr sz="1600" b="1" i="0">
                <a:solidFill>
                  <a:srgbClr val="174877"/>
                </a:solidFill>
                <a:latin typeface="Arial"/>
              </a:rPr>
              <a:t>Requirements connect software features to what users actually need.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2.1  RE</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What is requirements engineering?</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Define, document, and maintain system requirements.</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pPr algn="r">
              <a:spcBef>
                <a:spcPts val="0"/>
              </a:spcBef>
              <a:spcAft>
                <a:spcPts val="0"/>
              </a:spcAft>
            </a:pPr>
            <a:r>
              <a:rPr sz="900" b="0" i="0">
                <a:solidFill>
                  <a:srgbClr val="69747D"/>
                </a:solidFill>
                <a:latin typeface="Arial"/>
              </a:rPr>
              <a:t>03 / 15</a:t>
            </a:r>
          </a:p>
        </p:txBody>
      </p:sp>
      <p:sp>
        <p:nvSpPr>
          <p:cNvPr id="9" name="Rounded Rectangle 8"/>
          <p:cNvSpPr/>
          <p:nvPr/>
        </p:nvSpPr>
        <p:spPr>
          <a:xfrm>
            <a:off x="818388" y="2144268"/>
            <a:ext cx="2660904" cy="28986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 y="2093976"/>
            <a:ext cx="2660904" cy="28986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69264" y="2331720"/>
            <a:ext cx="493776" cy="493776"/>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331720"/>
            <a:ext cx="493776" cy="493776"/>
          </a:xfrm>
          <a:prstGeom prst="rect">
            <a:avLst/>
          </a:prstGeom>
          <a:noFill/>
        </p:spPr>
        <p:txBody>
          <a:bodyPr wrap="square" lIns="9144" rIns="9144" tIns="9144" bIns="9144" anchor="ctr">
            <a:spAutoFit/>
          </a:bodyPr>
          <a:lstStyle/>
          <a:p>
            <a:pPr algn="ctr">
              <a:spcBef>
                <a:spcPts val="0"/>
              </a:spcBef>
              <a:spcAft>
                <a:spcPts val="0"/>
              </a:spcAft>
            </a:pPr>
            <a:r>
              <a:rPr sz="2000" b="1" i="0">
                <a:solidFill>
                  <a:srgbClr val="FFFFFF"/>
                </a:solidFill>
                <a:latin typeface="Arial"/>
              </a:rPr>
              <a:t>1</a:t>
            </a:r>
          </a:p>
        </p:txBody>
      </p:sp>
      <p:sp>
        <p:nvSpPr>
          <p:cNvPr id="13" name="TextBox 12"/>
          <p:cNvSpPr txBox="1"/>
          <p:nvPr/>
        </p:nvSpPr>
        <p:spPr>
          <a:xfrm>
            <a:off x="950976" y="2999232"/>
            <a:ext cx="2359152" cy="329184"/>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ELICITATION</a:t>
            </a:r>
          </a:p>
        </p:txBody>
      </p:sp>
      <p:sp>
        <p:nvSpPr>
          <p:cNvPr id="14" name="TextBox 13"/>
          <p:cNvSpPr txBox="1"/>
          <p:nvPr/>
        </p:nvSpPr>
        <p:spPr>
          <a:xfrm>
            <a:off x="950976" y="3502152"/>
            <a:ext cx="2350008" cy="640080"/>
          </a:xfrm>
          <a:prstGeom prst="rect">
            <a:avLst/>
          </a:prstGeom>
          <a:noFill/>
        </p:spPr>
        <p:txBody>
          <a:bodyPr wrap="square" lIns="9144" rIns="9144" tIns="9144" bIns="9144" anchor="ctr">
            <a:spAutoFit/>
          </a:bodyPr>
          <a:lstStyle/>
          <a:p>
            <a:pPr algn="l">
              <a:spcBef>
                <a:spcPts val="0"/>
              </a:spcBef>
              <a:spcAft>
                <a:spcPts val="0"/>
              </a:spcAft>
            </a:pPr>
            <a:r>
              <a:rPr sz="1500" b="0" i="0">
                <a:solidFill>
                  <a:srgbClr val="233039"/>
                </a:solidFill>
                <a:latin typeface="Arial"/>
              </a:rPr>
              <a:t>Discover stakeholder needs</a:t>
            </a:r>
          </a:p>
        </p:txBody>
      </p:sp>
      <p:sp>
        <p:nvSpPr>
          <p:cNvPr id="15" name="TextBox 14"/>
          <p:cNvSpPr txBox="1"/>
          <p:nvPr/>
        </p:nvSpPr>
        <p:spPr>
          <a:xfrm>
            <a:off x="950976" y="4343400"/>
            <a:ext cx="2313432" cy="384048"/>
          </a:xfrm>
          <a:prstGeom prst="rect">
            <a:avLst/>
          </a:prstGeom>
          <a:noFill/>
        </p:spPr>
        <p:txBody>
          <a:bodyPr wrap="square" lIns="9144" rIns="9144" tIns="9144" bIns="9144" anchor="ctr">
            <a:spAutoFit/>
          </a:bodyPr>
          <a:lstStyle/>
          <a:p>
            <a:pPr algn="l">
              <a:spcBef>
                <a:spcPts val="0"/>
              </a:spcBef>
              <a:spcAft>
                <a:spcPts val="0"/>
              </a:spcAft>
            </a:pPr>
            <a:r>
              <a:rPr sz="1200" b="0" i="0">
                <a:solidFill>
                  <a:srgbClr val="69747D"/>
                </a:solidFill>
                <a:latin typeface="Arial"/>
              </a:rPr>
              <a:t>What do users need?</a:t>
            </a:r>
          </a:p>
        </p:txBody>
      </p:sp>
      <p:sp>
        <p:nvSpPr>
          <p:cNvPr id="16" name="TextBox 15"/>
          <p:cNvSpPr txBox="1"/>
          <p:nvPr/>
        </p:nvSpPr>
        <p:spPr>
          <a:xfrm>
            <a:off x="3438144" y="3081528"/>
            <a:ext cx="219456" cy="365760"/>
          </a:xfrm>
          <a:prstGeom prst="rect">
            <a:avLst/>
          </a:prstGeom>
          <a:noFill/>
        </p:spPr>
        <p:txBody>
          <a:bodyPr wrap="square" lIns="9144" rIns="9144" tIns="9144" bIns="9144" anchor="ctr">
            <a:spAutoFit/>
          </a:bodyPr>
          <a:lstStyle/>
          <a:p>
            <a:pPr algn="ctr">
              <a:spcBef>
                <a:spcPts val="0"/>
              </a:spcBef>
              <a:spcAft>
                <a:spcPts val="0"/>
              </a:spcAft>
            </a:pPr>
            <a:r>
              <a:rPr sz="1800" b="1" i="0">
                <a:solidFill>
                  <a:srgbClr val="69747D"/>
                </a:solidFill>
                <a:latin typeface="Arial"/>
              </a:rPr>
              <a:t>→</a:t>
            </a:r>
          </a:p>
        </p:txBody>
      </p:sp>
      <p:sp>
        <p:nvSpPr>
          <p:cNvPr id="17" name="Rounded Rectangle 16"/>
          <p:cNvSpPr/>
          <p:nvPr/>
        </p:nvSpPr>
        <p:spPr>
          <a:xfrm>
            <a:off x="3698748" y="2144268"/>
            <a:ext cx="2660904" cy="28986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657600" y="2093976"/>
            <a:ext cx="2660904" cy="28986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3849624" y="2331720"/>
            <a:ext cx="493776" cy="493776"/>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9624" y="2331720"/>
            <a:ext cx="493776" cy="493776"/>
          </a:xfrm>
          <a:prstGeom prst="rect">
            <a:avLst/>
          </a:prstGeom>
          <a:noFill/>
        </p:spPr>
        <p:txBody>
          <a:bodyPr wrap="square" lIns="9144" rIns="9144" tIns="9144" bIns="9144" anchor="ctr">
            <a:spAutoFit/>
          </a:bodyPr>
          <a:lstStyle/>
          <a:p>
            <a:pPr algn="ctr">
              <a:spcBef>
                <a:spcPts val="0"/>
              </a:spcBef>
              <a:spcAft>
                <a:spcPts val="0"/>
              </a:spcAft>
            </a:pPr>
            <a:r>
              <a:rPr sz="2000" b="1" i="0">
                <a:solidFill>
                  <a:srgbClr val="FFFFFF"/>
                </a:solidFill>
                <a:latin typeface="Arial"/>
              </a:rPr>
              <a:t>2</a:t>
            </a:r>
          </a:p>
        </p:txBody>
      </p:sp>
      <p:sp>
        <p:nvSpPr>
          <p:cNvPr id="21" name="TextBox 20"/>
          <p:cNvSpPr txBox="1"/>
          <p:nvPr/>
        </p:nvSpPr>
        <p:spPr>
          <a:xfrm>
            <a:off x="3831336" y="2999232"/>
            <a:ext cx="2359152" cy="329184"/>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ANALYSIS</a:t>
            </a:r>
          </a:p>
        </p:txBody>
      </p:sp>
      <p:sp>
        <p:nvSpPr>
          <p:cNvPr id="22" name="TextBox 21"/>
          <p:cNvSpPr txBox="1"/>
          <p:nvPr/>
        </p:nvSpPr>
        <p:spPr>
          <a:xfrm>
            <a:off x="3831336" y="3502152"/>
            <a:ext cx="2350008" cy="640080"/>
          </a:xfrm>
          <a:prstGeom prst="rect">
            <a:avLst/>
          </a:prstGeom>
          <a:noFill/>
        </p:spPr>
        <p:txBody>
          <a:bodyPr wrap="square" lIns="9144" rIns="9144" tIns="9144" bIns="9144" anchor="ctr">
            <a:spAutoFit/>
          </a:bodyPr>
          <a:lstStyle/>
          <a:p>
            <a:pPr algn="l">
              <a:spcBef>
                <a:spcPts val="0"/>
              </a:spcBef>
              <a:spcAft>
                <a:spcPts val="0"/>
              </a:spcAft>
            </a:pPr>
            <a:r>
              <a:rPr sz="1500" b="0" i="0">
                <a:solidFill>
                  <a:srgbClr val="233039"/>
                </a:solidFill>
                <a:latin typeface="Arial"/>
              </a:rPr>
              <a:t>Resolve conflicts &amp; priorities</a:t>
            </a:r>
          </a:p>
        </p:txBody>
      </p:sp>
      <p:sp>
        <p:nvSpPr>
          <p:cNvPr id="23" name="TextBox 22"/>
          <p:cNvSpPr txBox="1"/>
          <p:nvPr/>
        </p:nvSpPr>
        <p:spPr>
          <a:xfrm>
            <a:off x="3831336" y="4343400"/>
            <a:ext cx="2313432" cy="384048"/>
          </a:xfrm>
          <a:prstGeom prst="rect">
            <a:avLst/>
          </a:prstGeom>
          <a:noFill/>
        </p:spPr>
        <p:txBody>
          <a:bodyPr wrap="square" lIns="9144" rIns="9144" tIns="9144" bIns="9144" anchor="ctr">
            <a:spAutoFit/>
          </a:bodyPr>
          <a:lstStyle/>
          <a:p>
            <a:pPr algn="l">
              <a:spcBef>
                <a:spcPts val="0"/>
              </a:spcBef>
              <a:spcAft>
                <a:spcPts val="0"/>
              </a:spcAft>
            </a:pPr>
            <a:r>
              <a:rPr sz="1200" b="0" i="0">
                <a:solidFill>
                  <a:srgbClr val="69747D"/>
                </a:solidFill>
                <a:latin typeface="Arial"/>
              </a:rPr>
              <a:t>Is it feasible?</a:t>
            </a:r>
          </a:p>
        </p:txBody>
      </p:sp>
      <p:sp>
        <p:nvSpPr>
          <p:cNvPr id="24" name="TextBox 23"/>
          <p:cNvSpPr txBox="1"/>
          <p:nvPr/>
        </p:nvSpPr>
        <p:spPr>
          <a:xfrm>
            <a:off x="6318504" y="3081528"/>
            <a:ext cx="219456" cy="365760"/>
          </a:xfrm>
          <a:prstGeom prst="rect">
            <a:avLst/>
          </a:prstGeom>
          <a:noFill/>
        </p:spPr>
        <p:txBody>
          <a:bodyPr wrap="square" lIns="9144" rIns="9144" tIns="9144" bIns="9144" anchor="ctr">
            <a:spAutoFit/>
          </a:bodyPr>
          <a:lstStyle/>
          <a:p>
            <a:pPr algn="ctr">
              <a:spcBef>
                <a:spcPts val="0"/>
              </a:spcBef>
              <a:spcAft>
                <a:spcPts val="0"/>
              </a:spcAft>
            </a:pPr>
            <a:r>
              <a:rPr sz="1800" b="1" i="0">
                <a:solidFill>
                  <a:srgbClr val="69747D"/>
                </a:solidFill>
                <a:latin typeface="Arial"/>
              </a:rPr>
              <a:t>→</a:t>
            </a:r>
          </a:p>
        </p:txBody>
      </p:sp>
      <p:sp>
        <p:nvSpPr>
          <p:cNvPr id="25" name="Rounded Rectangle 24"/>
          <p:cNvSpPr/>
          <p:nvPr/>
        </p:nvSpPr>
        <p:spPr>
          <a:xfrm>
            <a:off x="6579107" y="2144268"/>
            <a:ext cx="2660904" cy="28986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537959" y="2093976"/>
            <a:ext cx="2660904" cy="28986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729983" y="2331720"/>
            <a:ext cx="493776" cy="493776"/>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29983" y="2331720"/>
            <a:ext cx="493776" cy="493776"/>
          </a:xfrm>
          <a:prstGeom prst="rect">
            <a:avLst/>
          </a:prstGeom>
          <a:noFill/>
        </p:spPr>
        <p:txBody>
          <a:bodyPr wrap="square" lIns="9144" rIns="9144" tIns="9144" bIns="9144" anchor="ctr">
            <a:spAutoFit/>
          </a:bodyPr>
          <a:lstStyle/>
          <a:p>
            <a:pPr algn="ctr">
              <a:spcBef>
                <a:spcPts val="0"/>
              </a:spcBef>
              <a:spcAft>
                <a:spcPts val="0"/>
              </a:spcAft>
            </a:pPr>
            <a:r>
              <a:rPr sz="2000" b="1" i="0">
                <a:solidFill>
                  <a:srgbClr val="FFFFFF"/>
                </a:solidFill>
                <a:latin typeface="Arial"/>
              </a:rPr>
              <a:t>3</a:t>
            </a:r>
          </a:p>
        </p:txBody>
      </p:sp>
      <p:sp>
        <p:nvSpPr>
          <p:cNvPr id="29" name="TextBox 28"/>
          <p:cNvSpPr txBox="1"/>
          <p:nvPr/>
        </p:nvSpPr>
        <p:spPr>
          <a:xfrm>
            <a:off x="6711696" y="2999232"/>
            <a:ext cx="2359152" cy="329184"/>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SPECIFICATION</a:t>
            </a:r>
          </a:p>
        </p:txBody>
      </p:sp>
      <p:sp>
        <p:nvSpPr>
          <p:cNvPr id="30" name="TextBox 29"/>
          <p:cNvSpPr txBox="1"/>
          <p:nvPr/>
        </p:nvSpPr>
        <p:spPr>
          <a:xfrm>
            <a:off x="6711696" y="3502152"/>
            <a:ext cx="2350008" cy="640080"/>
          </a:xfrm>
          <a:prstGeom prst="rect">
            <a:avLst/>
          </a:prstGeom>
          <a:noFill/>
        </p:spPr>
        <p:txBody>
          <a:bodyPr wrap="square" lIns="9144" rIns="9144" tIns="9144" bIns="9144" anchor="ctr">
            <a:spAutoFit/>
          </a:bodyPr>
          <a:lstStyle/>
          <a:p>
            <a:pPr algn="l">
              <a:spcBef>
                <a:spcPts val="0"/>
              </a:spcBef>
              <a:spcAft>
                <a:spcPts val="0"/>
              </a:spcAft>
            </a:pPr>
            <a:r>
              <a:rPr sz="1500" b="0" i="0">
                <a:solidFill>
                  <a:srgbClr val="233039"/>
                </a:solidFill>
                <a:latin typeface="Arial"/>
              </a:rPr>
              <a:t>Write requirements clearly</a:t>
            </a:r>
          </a:p>
        </p:txBody>
      </p:sp>
      <p:sp>
        <p:nvSpPr>
          <p:cNvPr id="31" name="TextBox 30"/>
          <p:cNvSpPr txBox="1"/>
          <p:nvPr/>
        </p:nvSpPr>
        <p:spPr>
          <a:xfrm>
            <a:off x="6711696" y="4343400"/>
            <a:ext cx="2313432" cy="384048"/>
          </a:xfrm>
          <a:prstGeom prst="rect">
            <a:avLst/>
          </a:prstGeom>
          <a:noFill/>
        </p:spPr>
        <p:txBody>
          <a:bodyPr wrap="square" lIns="9144" rIns="9144" tIns="9144" bIns="9144" anchor="ctr">
            <a:spAutoFit/>
          </a:bodyPr>
          <a:lstStyle/>
          <a:p>
            <a:pPr algn="l">
              <a:spcBef>
                <a:spcPts val="0"/>
              </a:spcBef>
              <a:spcAft>
                <a:spcPts val="0"/>
              </a:spcAft>
            </a:pPr>
            <a:r>
              <a:rPr sz="1200" b="0" i="0">
                <a:solidFill>
                  <a:srgbClr val="69747D"/>
                </a:solidFill>
                <a:latin typeface="Arial"/>
              </a:rPr>
              <a:t>What exactly will it do?</a:t>
            </a:r>
          </a:p>
        </p:txBody>
      </p:sp>
      <p:sp>
        <p:nvSpPr>
          <p:cNvPr id="32" name="TextBox 31"/>
          <p:cNvSpPr txBox="1"/>
          <p:nvPr/>
        </p:nvSpPr>
        <p:spPr>
          <a:xfrm>
            <a:off x="9198863" y="3081528"/>
            <a:ext cx="219456" cy="365760"/>
          </a:xfrm>
          <a:prstGeom prst="rect">
            <a:avLst/>
          </a:prstGeom>
          <a:noFill/>
        </p:spPr>
        <p:txBody>
          <a:bodyPr wrap="square" lIns="9144" rIns="9144" tIns="9144" bIns="9144" anchor="ctr">
            <a:spAutoFit/>
          </a:bodyPr>
          <a:lstStyle/>
          <a:p>
            <a:pPr algn="ctr">
              <a:spcBef>
                <a:spcPts val="0"/>
              </a:spcBef>
              <a:spcAft>
                <a:spcPts val="0"/>
              </a:spcAft>
            </a:pPr>
            <a:r>
              <a:rPr sz="1800" b="1" i="0">
                <a:solidFill>
                  <a:srgbClr val="69747D"/>
                </a:solidFill>
                <a:latin typeface="Arial"/>
              </a:rPr>
              <a:t>→</a:t>
            </a:r>
          </a:p>
        </p:txBody>
      </p:sp>
      <p:sp>
        <p:nvSpPr>
          <p:cNvPr id="33" name="Rounded Rectangle 32"/>
          <p:cNvSpPr/>
          <p:nvPr/>
        </p:nvSpPr>
        <p:spPr>
          <a:xfrm>
            <a:off x="9459467" y="2144268"/>
            <a:ext cx="2660904" cy="28986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418319" y="2093976"/>
            <a:ext cx="2660904" cy="28986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610344" y="2331720"/>
            <a:ext cx="493776" cy="493776"/>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10344" y="2331720"/>
            <a:ext cx="493776" cy="493776"/>
          </a:xfrm>
          <a:prstGeom prst="rect">
            <a:avLst/>
          </a:prstGeom>
          <a:noFill/>
        </p:spPr>
        <p:txBody>
          <a:bodyPr wrap="square" lIns="9144" rIns="9144" tIns="9144" bIns="9144" anchor="ctr">
            <a:spAutoFit/>
          </a:bodyPr>
          <a:lstStyle/>
          <a:p>
            <a:pPr algn="ctr">
              <a:spcBef>
                <a:spcPts val="0"/>
              </a:spcBef>
              <a:spcAft>
                <a:spcPts val="0"/>
              </a:spcAft>
            </a:pPr>
            <a:r>
              <a:rPr sz="2000" b="1" i="0">
                <a:solidFill>
                  <a:srgbClr val="FFFFFF"/>
                </a:solidFill>
                <a:latin typeface="Arial"/>
              </a:rPr>
              <a:t>4</a:t>
            </a:r>
          </a:p>
        </p:txBody>
      </p:sp>
      <p:sp>
        <p:nvSpPr>
          <p:cNvPr id="37" name="TextBox 36"/>
          <p:cNvSpPr txBox="1"/>
          <p:nvPr/>
        </p:nvSpPr>
        <p:spPr>
          <a:xfrm>
            <a:off x="9592055" y="2999232"/>
            <a:ext cx="2359152" cy="329184"/>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VALIDATION</a:t>
            </a:r>
          </a:p>
        </p:txBody>
      </p:sp>
      <p:sp>
        <p:nvSpPr>
          <p:cNvPr id="38" name="TextBox 37"/>
          <p:cNvSpPr txBox="1"/>
          <p:nvPr/>
        </p:nvSpPr>
        <p:spPr>
          <a:xfrm>
            <a:off x="9592055" y="3502152"/>
            <a:ext cx="2350008" cy="640080"/>
          </a:xfrm>
          <a:prstGeom prst="rect">
            <a:avLst/>
          </a:prstGeom>
          <a:noFill/>
        </p:spPr>
        <p:txBody>
          <a:bodyPr wrap="square" lIns="9144" rIns="9144" tIns="9144" bIns="9144" anchor="ctr">
            <a:spAutoFit/>
          </a:bodyPr>
          <a:lstStyle/>
          <a:p>
            <a:pPr algn="l">
              <a:spcBef>
                <a:spcPts val="0"/>
              </a:spcBef>
              <a:spcAft>
                <a:spcPts val="0"/>
              </a:spcAft>
            </a:pPr>
            <a:r>
              <a:rPr sz="1500" b="0" i="0">
                <a:solidFill>
                  <a:srgbClr val="233039"/>
                </a:solidFill>
                <a:latin typeface="Arial"/>
              </a:rPr>
              <a:t>Confirm with stakeholders</a:t>
            </a:r>
          </a:p>
        </p:txBody>
      </p:sp>
      <p:sp>
        <p:nvSpPr>
          <p:cNvPr id="39" name="TextBox 38"/>
          <p:cNvSpPr txBox="1"/>
          <p:nvPr/>
        </p:nvSpPr>
        <p:spPr>
          <a:xfrm>
            <a:off x="9592055" y="4343400"/>
            <a:ext cx="2313432" cy="384048"/>
          </a:xfrm>
          <a:prstGeom prst="rect">
            <a:avLst/>
          </a:prstGeom>
          <a:noFill/>
        </p:spPr>
        <p:txBody>
          <a:bodyPr wrap="square" lIns="9144" rIns="9144" tIns="9144" bIns="9144" anchor="ctr">
            <a:spAutoFit/>
          </a:bodyPr>
          <a:lstStyle/>
          <a:p>
            <a:pPr algn="l">
              <a:spcBef>
                <a:spcPts val="0"/>
              </a:spcBef>
              <a:spcAft>
                <a:spcPts val="0"/>
              </a:spcAft>
            </a:pPr>
            <a:r>
              <a:rPr sz="1200" b="0" i="0">
                <a:solidFill>
                  <a:srgbClr val="69747D"/>
                </a:solidFill>
                <a:latin typeface="Arial"/>
              </a:rPr>
              <a:t>Did we understand correctly?</a:t>
            </a:r>
          </a:p>
        </p:txBody>
      </p:sp>
      <p:sp>
        <p:nvSpPr>
          <p:cNvPr id="40" name="Rounded Rectangle 39"/>
          <p:cNvSpPr/>
          <p:nvPr/>
        </p:nvSpPr>
        <p:spPr>
          <a:xfrm>
            <a:off x="2843784" y="5349240"/>
            <a:ext cx="6519672" cy="566928"/>
          </a:xfrm>
          <a:prstGeom prst="roundRect">
            <a:avLst>
              <a:gd name="adj" fmla="val 13000"/>
            </a:avLst>
          </a:prstGeom>
          <a:solidFill>
            <a:srgbClr val="E2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026664" y="5477256"/>
            <a:ext cx="6181344" cy="237744"/>
          </a:xfrm>
          <a:prstGeom prst="rect">
            <a:avLst/>
          </a:prstGeom>
          <a:noFill/>
        </p:spPr>
        <p:txBody>
          <a:bodyPr wrap="square" lIns="9144" rIns="9144" tIns="9144" bIns="9144" anchor="ctr">
            <a:spAutoFit/>
          </a:bodyPr>
          <a:lstStyle/>
          <a:p>
            <a:pPr algn="ctr">
              <a:spcBef>
                <a:spcPts val="0"/>
              </a:spcBef>
              <a:spcAft>
                <a:spcPts val="0"/>
              </a:spcAft>
            </a:pPr>
            <a:r>
              <a:rPr sz="1500" b="1" i="0">
                <a:solidFill>
                  <a:srgbClr val="174877"/>
                </a:solidFill>
                <a:latin typeface="Arial"/>
              </a:rPr>
              <a:t>↻  These activities repeat as the team learns more.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2.1  RE</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Fix misunderstandings early</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A question now can prevent expensive rework later.</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pPr algn="r">
              <a:spcBef>
                <a:spcPts val="0"/>
              </a:spcBef>
              <a:spcAft>
                <a:spcPts val="0"/>
              </a:spcAft>
            </a:pPr>
            <a:r>
              <a:rPr sz="900" b="0" i="0">
                <a:solidFill>
                  <a:srgbClr val="69747D"/>
                </a:solidFill>
                <a:latin typeface="Arial"/>
              </a:rPr>
              <a:t>04 / 15</a:t>
            </a:r>
          </a:p>
        </p:txBody>
      </p:sp>
      <p:sp>
        <p:nvSpPr>
          <p:cNvPr id="9" name="Rounded Rectangle 8"/>
          <p:cNvSpPr/>
          <p:nvPr/>
        </p:nvSpPr>
        <p:spPr>
          <a:xfrm>
            <a:off x="992124" y="2034540"/>
            <a:ext cx="3520440" cy="3502152"/>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50976" y="1984248"/>
            <a:ext cx="3520440" cy="3502152"/>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61288" y="2240280"/>
            <a:ext cx="539496" cy="539496"/>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61288" y="2240280"/>
            <a:ext cx="539496" cy="539496"/>
          </a:xfrm>
          <a:prstGeom prst="rect">
            <a:avLst/>
          </a:prstGeom>
          <a:noFill/>
        </p:spPr>
        <p:txBody>
          <a:bodyPr wrap="square" lIns="9144" rIns="9144" tIns="9144" bIns="9144" anchor="ctr">
            <a:spAutoFit/>
          </a:bodyPr>
          <a:lstStyle/>
          <a:p>
            <a:pPr algn="ctr">
              <a:spcBef>
                <a:spcPts val="0"/>
              </a:spcBef>
              <a:spcAft>
                <a:spcPts val="0"/>
              </a:spcAft>
            </a:pPr>
            <a:r>
              <a:rPr sz="2000" b="1" i="0">
                <a:solidFill>
                  <a:srgbClr val="FFFFFF"/>
                </a:solidFill>
                <a:latin typeface="Arial"/>
              </a:rPr>
              <a:t>1</a:t>
            </a:r>
          </a:p>
        </p:txBody>
      </p:sp>
      <p:sp>
        <p:nvSpPr>
          <p:cNvPr id="13" name="TextBox 12"/>
          <p:cNvSpPr txBox="1"/>
          <p:nvPr/>
        </p:nvSpPr>
        <p:spPr>
          <a:xfrm>
            <a:off x="1837943" y="2286000"/>
            <a:ext cx="2304288" cy="356616"/>
          </a:xfrm>
          <a:prstGeom prst="rect">
            <a:avLst/>
          </a:prstGeom>
          <a:noFill/>
        </p:spPr>
        <p:txBody>
          <a:bodyPr wrap="square" lIns="9144" rIns="9144" tIns="9144" bIns="9144" anchor="ctr">
            <a:spAutoFit/>
          </a:bodyPr>
          <a:lstStyle/>
          <a:p>
            <a:pPr algn="l">
              <a:spcBef>
                <a:spcPts val="0"/>
              </a:spcBef>
              <a:spcAft>
                <a:spcPts val="0"/>
              </a:spcAft>
            </a:pPr>
            <a:r>
              <a:rPr sz="1800" b="1" i="0">
                <a:solidFill>
                  <a:srgbClr val="174877"/>
                </a:solidFill>
                <a:latin typeface="Arial"/>
              </a:rPr>
              <a:t>Requirements</a:t>
            </a:r>
          </a:p>
        </p:txBody>
      </p:sp>
      <p:sp>
        <p:nvSpPr>
          <p:cNvPr id="14" name="TextBox 13"/>
          <p:cNvSpPr txBox="1"/>
          <p:nvPr/>
        </p:nvSpPr>
        <p:spPr>
          <a:xfrm>
            <a:off x="1261872" y="3127248"/>
            <a:ext cx="2880360" cy="594360"/>
          </a:xfrm>
          <a:prstGeom prst="rect">
            <a:avLst/>
          </a:prstGeom>
          <a:noFill/>
        </p:spPr>
        <p:txBody>
          <a:bodyPr wrap="square" lIns="9144" rIns="9144" tIns="9144" bIns="9144" anchor="ctr">
            <a:spAutoFit/>
          </a:bodyPr>
          <a:lstStyle/>
          <a:p>
            <a:pPr algn="ctr">
              <a:spcBef>
                <a:spcPts val="0"/>
              </a:spcBef>
              <a:spcAft>
                <a:spcPts val="0"/>
              </a:spcAft>
            </a:pPr>
            <a:r>
              <a:rPr sz="3000" b="1" i="0">
                <a:solidFill>
                  <a:srgbClr val="174877"/>
                </a:solidFill>
                <a:latin typeface="Arial"/>
              </a:rPr>
              <a:t>1–2</a:t>
            </a:r>
          </a:p>
        </p:txBody>
      </p:sp>
      <p:sp>
        <p:nvSpPr>
          <p:cNvPr id="15" name="TextBox 14"/>
          <p:cNvSpPr txBox="1"/>
          <p:nvPr/>
        </p:nvSpPr>
        <p:spPr>
          <a:xfrm>
            <a:off x="1261872" y="3858768"/>
            <a:ext cx="2880360" cy="283464"/>
          </a:xfrm>
          <a:prstGeom prst="rect">
            <a:avLst/>
          </a:prstGeom>
          <a:noFill/>
        </p:spPr>
        <p:txBody>
          <a:bodyPr wrap="square" lIns="9144" rIns="9144" tIns="9144" bIns="9144" anchor="ctr">
            <a:spAutoFit/>
          </a:bodyPr>
          <a:lstStyle/>
          <a:p>
            <a:pPr algn="ctr">
              <a:spcBef>
                <a:spcPts val="0"/>
              </a:spcBef>
              <a:spcAft>
                <a:spcPts val="0"/>
              </a:spcAft>
            </a:pPr>
            <a:r>
              <a:rPr sz="1300" b="0" i="0">
                <a:solidFill>
                  <a:srgbClr val="69747D"/>
                </a:solidFill>
                <a:latin typeface="Arial"/>
              </a:rPr>
              <a:t>relative fix-cost units</a:t>
            </a:r>
          </a:p>
        </p:txBody>
      </p:sp>
      <p:sp>
        <p:nvSpPr>
          <p:cNvPr id="16" name="Rounded Rectangle 15"/>
          <p:cNvSpPr/>
          <p:nvPr/>
        </p:nvSpPr>
        <p:spPr>
          <a:xfrm>
            <a:off x="1280160" y="4434840"/>
            <a:ext cx="2852928" cy="173736"/>
          </a:xfrm>
          <a:prstGeom prst="roundRect">
            <a:avLst>
              <a:gd name="adj" fmla="val 13000"/>
            </a:avLst>
          </a:prstGeom>
          <a:solidFill>
            <a:srgbClr val="F1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280160" y="4434840"/>
            <a:ext cx="1005840" cy="173736"/>
          </a:xfrm>
          <a:prstGeom prst="roundRect">
            <a:avLst>
              <a:gd name="adj" fmla="val 13000"/>
            </a:avLst>
          </a:prstGeom>
          <a:solidFill>
            <a:srgbClr val="3B78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814316" y="2034540"/>
            <a:ext cx="3520440" cy="3502152"/>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773168" y="1984248"/>
            <a:ext cx="3520440" cy="3502152"/>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983480" y="2240280"/>
            <a:ext cx="539496" cy="539496"/>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83480" y="2240280"/>
            <a:ext cx="539496" cy="539496"/>
          </a:xfrm>
          <a:prstGeom prst="rect">
            <a:avLst/>
          </a:prstGeom>
          <a:noFill/>
        </p:spPr>
        <p:txBody>
          <a:bodyPr wrap="square" lIns="9144" rIns="9144" tIns="9144" bIns="9144" anchor="ctr">
            <a:spAutoFit/>
          </a:bodyPr>
          <a:lstStyle/>
          <a:p>
            <a:pPr algn="ctr">
              <a:spcBef>
                <a:spcPts val="0"/>
              </a:spcBef>
              <a:spcAft>
                <a:spcPts val="0"/>
              </a:spcAft>
            </a:pPr>
            <a:r>
              <a:rPr sz="2000" b="1" i="0">
                <a:solidFill>
                  <a:srgbClr val="FFFFFF"/>
                </a:solidFill>
                <a:latin typeface="Arial"/>
              </a:rPr>
              <a:t>2</a:t>
            </a:r>
          </a:p>
        </p:txBody>
      </p:sp>
      <p:sp>
        <p:nvSpPr>
          <p:cNvPr id="22" name="TextBox 21"/>
          <p:cNvSpPr txBox="1"/>
          <p:nvPr/>
        </p:nvSpPr>
        <p:spPr>
          <a:xfrm>
            <a:off x="5660136" y="2286000"/>
            <a:ext cx="2304288" cy="356616"/>
          </a:xfrm>
          <a:prstGeom prst="rect">
            <a:avLst/>
          </a:prstGeom>
          <a:noFill/>
        </p:spPr>
        <p:txBody>
          <a:bodyPr wrap="square" lIns="9144" rIns="9144" tIns="9144" bIns="9144" anchor="ctr">
            <a:spAutoFit/>
          </a:bodyPr>
          <a:lstStyle/>
          <a:p>
            <a:pPr algn="l">
              <a:spcBef>
                <a:spcPts val="0"/>
              </a:spcBef>
              <a:spcAft>
                <a:spcPts val="0"/>
              </a:spcAft>
            </a:pPr>
            <a:r>
              <a:rPr sz="1800" b="1" i="0">
                <a:solidFill>
                  <a:srgbClr val="174877"/>
                </a:solidFill>
                <a:latin typeface="Arial"/>
              </a:rPr>
              <a:t>Testing</a:t>
            </a:r>
          </a:p>
        </p:txBody>
      </p:sp>
      <p:sp>
        <p:nvSpPr>
          <p:cNvPr id="23" name="TextBox 22"/>
          <p:cNvSpPr txBox="1"/>
          <p:nvPr/>
        </p:nvSpPr>
        <p:spPr>
          <a:xfrm>
            <a:off x="5084064" y="3127248"/>
            <a:ext cx="2880360" cy="594360"/>
          </a:xfrm>
          <a:prstGeom prst="rect">
            <a:avLst/>
          </a:prstGeom>
          <a:noFill/>
        </p:spPr>
        <p:txBody>
          <a:bodyPr wrap="square" lIns="9144" rIns="9144" tIns="9144" bIns="9144" anchor="ctr">
            <a:spAutoFit/>
          </a:bodyPr>
          <a:lstStyle/>
          <a:p>
            <a:pPr algn="ctr">
              <a:spcBef>
                <a:spcPts val="0"/>
              </a:spcBef>
              <a:spcAft>
                <a:spcPts val="0"/>
              </a:spcAft>
            </a:pPr>
            <a:r>
              <a:rPr sz="3000" b="1" i="0">
                <a:solidFill>
                  <a:srgbClr val="174877"/>
                </a:solidFill>
                <a:latin typeface="Arial"/>
              </a:rPr>
              <a:t>10–100</a:t>
            </a:r>
          </a:p>
        </p:txBody>
      </p:sp>
      <p:sp>
        <p:nvSpPr>
          <p:cNvPr id="24" name="TextBox 23"/>
          <p:cNvSpPr txBox="1"/>
          <p:nvPr/>
        </p:nvSpPr>
        <p:spPr>
          <a:xfrm>
            <a:off x="5084064" y="3858768"/>
            <a:ext cx="2880360" cy="283464"/>
          </a:xfrm>
          <a:prstGeom prst="rect">
            <a:avLst/>
          </a:prstGeom>
          <a:noFill/>
        </p:spPr>
        <p:txBody>
          <a:bodyPr wrap="square" lIns="9144" rIns="9144" tIns="9144" bIns="9144" anchor="ctr">
            <a:spAutoFit/>
          </a:bodyPr>
          <a:lstStyle/>
          <a:p>
            <a:pPr algn="ctr">
              <a:spcBef>
                <a:spcPts val="0"/>
              </a:spcBef>
              <a:spcAft>
                <a:spcPts val="0"/>
              </a:spcAft>
            </a:pPr>
            <a:r>
              <a:rPr sz="1300" b="0" i="0">
                <a:solidFill>
                  <a:srgbClr val="69747D"/>
                </a:solidFill>
                <a:latin typeface="Arial"/>
              </a:rPr>
              <a:t>relative fix-cost units</a:t>
            </a:r>
          </a:p>
        </p:txBody>
      </p:sp>
      <p:sp>
        <p:nvSpPr>
          <p:cNvPr id="25" name="Rounded Rectangle 24"/>
          <p:cNvSpPr/>
          <p:nvPr/>
        </p:nvSpPr>
        <p:spPr>
          <a:xfrm>
            <a:off x="5102352" y="4434840"/>
            <a:ext cx="2852928" cy="173736"/>
          </a:xfrm>
          <a:prstGeom prst="roundRect">
            <a:avLst>
              <a:gd name="adj" fmla="val 13000"/>
            </a:avLst>
          </a:prstGeom>
          <a:solidFill>
            <a:srgbClr val="F1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102352" y="4434840"/>
            <a:ext cx="2011680" cy="173736"/>
          </a:xfrm>
          <a:prstGeom prst="roundRect">
            <a:avLst>
              <a:gd name="adj" fmla="val 13000"/>
            </a:avLst>
          </a:prstGeom>
          <a:solidFill>
            <a:srgbClr val="3B78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636507" y="2034540"/>
            <a:ext cx="3520440" cy="3502152"/>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595359" y="1984248"/>
            <a:ext cx="3520440" cy="3502152"/>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805672" y="2240280"/>
            <a:ext cx="539496" cy="539496"/>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05672" y="2240280"/>
            <a:ext cx="539496" cy="539496"/>
          </a:xfrm>
          <a:prstGeom prst="rect">
            <a:avLst/>
          </a:prstGeom>
          <a:noFill/>
        </p:spPr>
        <p:txBody>
          <a:bodyPr wrap="square" lIns="9144" rIns="9144" tIns="9144" bIns="9144" anchor="ctr">
            <a:spAutoFit/>
          </a:bodyPr>
          <a:lstStyle/>
          <a:p>
            <a:pPr algn="ctr">
              <a:spcBef>
                <a:spcPts val="0"/>
              </a:spcBef>
              <a:spcAft>
                <a:spcPts val="0"/>
              </a:spcAft>
            </a:pPr>
            <a:r>
              <a:rPr sz="2000" b="1" i="0">
                <a:solidFill>
                  <a:srgbClr val="FFFFFF"/>
                </a:solidFill>
                <a:latin typeface="Arial"/>
              </a:rPr>
              <a:t>3</a:t>
            </a:r>
          </a:p>
        </p:txBody>
      </p:sp>
      <p:sp>
        <p:nvSpPr>
          <p:cNvPr id="31" name="TextBox 30"/>
          <p:cNvSpPr txBox="1"/>
          <p:nvPr/>
        </p:nvSpPr>
        <p:spPr>
          <a:xfrm>
            <a:off x="9482328" y="2286000"/>
            <a:ext cx="2304288" cy="356616"/>
          </a:xfrm>
          <a:prstGeom prst="rect">
            <a:avLst/>
          </a:prstGeom>
          <a:noFill/>
        </p:spPr>
        <p:txBody>
          <a:bodyPr wrap="square" lIns="9144" rIns="9144" tIns="9144" bIns="9144" anchor="ctr">
            <a:spAutoFit/>
          </a:bodyPr>
          <a:lstStyle/>
          <a:p>
            <a:pPr algn="l">
              <a:spcBef>
                <a:spcPts val="0"/>
              </a:spcBef>
              <a:spcAft>
                <a:spcPts val="0"/>
              </a:spcAft>
            </a:pPr>
            <a:r>
              <a:rPr sz="1800" b="1" i="0">
                <a:solidFill>
                  <a:srgbClr val="174877"/>
                </a:solidFill>
                <a:latin typeface="Arial"/>
              </a:rPr>
              <a:t>Production</a:t>
            </a:r>
          </a:p>
        </p:txBody>
      </p:sp>
      <p:sp>
        <p:nvSpPr>
          <p:cNvPr id="32" name="TextBox 31"/>
          <p:cNvSpPr txBox="1"/>
          <p:nvPr/>
        </p:nvSpPr>
        <p:spPr>
          <a:xfrm>
            <a:off x="8906255" y="3127248"/>
            <a:ext cx="2880360" cy="594360"/>
          </a:xfrm>
          <a:prstGeom prst="rect">
            <a:avLst/>
          </a:prstGeom>
          <a:noFill/>
        </p:spPr>
        <p:txBody>
          <a:bodyPr wrap="square" lIns="9144" rIns="9144" tIns="9144" bIns="9144" anchor="ctr">
            <a:spAutoFit/>
          </a:bodyPr>
          <a:lstStyle/>
          <a:p>
            <a:pPr algn="ctr">
              <a:spcBef>
                <a:spcPts val="0"/>
              </a:spcBef>
              <a:spcAft>
                <a:spcPts val="0"/>
              </a:spcAft>
            </a:pPr>
            <a:r>
              <a:rPr sz="3000" b="1" i="0">
                <a:solidFill>
                  <a:srgbClr val="CE1C29"/>
                </a:solidFill>
                <a:latin typeface="Arial"/>
              </a:rPr>
              <a:t>100–1,000</a:t>
            </a:r>
          </a:p>
        </p:txBody>
      </p:sp>
      <p:sp>
        <p:nvSpPr>
          <p:cNvPr id="33" name="TextBox 32"/>
          <p:cNvSpPr txBox="1"/>
          <p:nvPr/>
        </p:nvSpPr>
        <p:spPr>
          <a:xfrm>
            <a:off x="8906255" y="3858768"/>
            <a:ext cx="2880360" cy="283464"/>
          </a:xfrm>
          <a:prstGeom prst="rect">
            <a:avLst/>
          </a:prstGeom>
          <a:noFill/>
        </p:spPr>
        <p:txBody>
          <a:bodyPr wrap="square" lIns="9144" rIns="9144" tIns="9144" bIns="9144" anchor="ctr">
            <a:spAutoFit/>
          </a:bodyPr>
          <a:lstStyle/>
          <a:p>
            <a:pPr algn="ctr">
              <a:spcBef>
                <a:spcPts val="0"/>
              </a:spcBef>
              <a:spcAft>
                <a:spcPts val="0"/>
              </a:spcAft>
            </a:pPr>
            <a:r>
              <a:rPr sz="1300" b="0" i="0">
                <a:solidFill>
                  <a:srgbClr val="69747D"/>
                </a:solidFill>
                <a:latin typeface="Arial"/>
              </a:rPr>
              <a:t>relative fix-cost units</a:t>
            </a:r>
          </a:p>
        </p:txBody>
      </p:sp>
      <p:sp>
        <p:nvSpPr>
          <p:cNvPr id="34" name="Rounded Rectangle 33"/>
          <p:cNvSpPr/>
          <p:nvPr/>
        </p:nvSpPr>
        <p:spPr>
          <a:xfrm>
            <a:off x="8924543" y="4434840"/>
            <a:ext cx="2852928" cy="173736"/>
          </a:xfrm>
          <a:prstGeom prst="roundRect">
            <a:avLst>
              <a:gd name="adj" fmla="val 13000"/>
            </a:avLst>
          </a:prstGeom>
          <a:solidFill>
            <a:srgbClr val="F1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924543" y="4434840"/>
            <a:ext cx="3108960" cy="173736"/>
          </a:xfrm>
          <a:prstGeom prst="roundRect">
            <a:avLst>
              <a:gd name="adj" fmla="val 13000"/>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8408" y="5815584"/>
            <a:ext cx="10277856" cy="265176"/>
          </a:xfrm>
          <a:prstGeom prst="rect">
            <a:avLst/>
          </a:prstGeom>
          <a:noFill/>
        </p:spPr>
        <p:txBody>
          <a:bodyPr wrap="square" lIns="9144" rIns="9144" tIns="9144" bIns="9144" anchor="ctr">
            <a:spAutoFit/>
          </a:bodyPr>
          <a:lstStyle/>
          <a:p>
            <a:pPr algn="ctr">
              <a:spcBef>
                <a:spcPts val="0"/>
              </a:spcBef>
              <a:spcAft>
                <a:spcPts val="0"/>
              </a:spcAft>
            </a:pPr>
            <a:r>
              <a:rPr sz="1240" b="0" i="0">
                <a:solidFill>
                  <a:srgbClr val="69747D"/>
                </a:solidFill>
                <a:latin typeface="Arial"/>
              </a:rPr>
              <a:t>Illustrative ranges reported in the chapter (historical study; bars not to scale).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2.2  ELICIT</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Who are the stakeholders?</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Anyone who uses, funds, influences, builds, or operates the system.</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pPr algn="r">
              <a:spcBef>
                <a:spcPts val="0"/>
              </a:spcBef>
              <a:spcAft>
                <a:spcPts val="0"/>
              </a:spcAft>
            </a:pPr>
            <a:r>
              <a:rPr sz="900" b="0" i="0">
                <a:solidFill>
                  <a:srgbClr val="69747D"/>
                </a:solidFill>
                <a:latin typeface="Arial"/>
              </a:rPr>
              <a:t>05 / 15</a:t>
            </a:r>
          </a:p>
        </p:txBody>
      </p:sp>
      <p:sp>
        <p:nvSpPr>
          <p:cNvPr id="9" name="Rounded Rectangle 8"/>
          <p:cNvSpPr/>
          <p:nvPr/>
        </p:nvSpPr>
        <p:spPr>
          <a:xfrm>
            <a:off x="845820" y="1943100"/>
            <a:ext cx="3502152" cy="155448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4672" y="1892807"/>
            <a:ext cx="3502152" cy="155448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69264" y="2048255"/>
            <a:ext cx="365760" cy="365760"/>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048255"/>
            <a:ext cx="365760" cy="365760"/>
          </a:xfrm>
          <a:prstGeom prst="rect">
            <a:avLst/>
          </a:prstGeom>
          <a:noFill/>
        </p:spPr>
        <p:txBody>
          <a:bodyPr wrap="square" lIns="9144" rIns="9144" tIns="9144" bIns="9144" anchor="ctr">
            <a:spAutoFit/>
          </a:bodyPr>
          <a:lstStyle/>
          <a:p>
            <a:pPr algn="ctr">
              <a:spcBef>
                <a:spcPts val="0"/>
              </a:spcBef>
              <a:spcAft>
                <a:spcPts val="0"/>
              </a:spcAft>
            </a:pPr>
            <a:r>
              <a:rPr sz="1200" b="1" i="0">
                <a:solidFill>
                  <a:srgbClr val="FFFFFF"/>
                </a:solidFill>
                <a:latin typeface="Arial"/>
              </a:rPr>
              <a:t>01</a:t>
            </a:r>
          </a:p>
        </p:txBody>
      </p:sp>
      <p:sp>
        <p:nvSpPr>
          <p:cNvPr id="13" name="TextBox 12"/>
          <p:cNvSpPr txBox="1"/>
          <p:nvPr/>
        </p:nvSpPr>
        <p:spPr>
          <a:xfrm>
            <a:off x="1435607" y="2057400"/>
            <a:ext cx="2706624" cy="283464"/>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Users</a:t>
            </a:r>
          </a:p>
        </p:txBody>
      </p:sp>
      <p:sp>
        <p:nvSpPr>
          <p:cNvPr id="14" name="TextBox 13"/>
          <p:cNvSpPr txBox="1"/>
          <p:nvPr/>
        </p:nvSpPr>
        <p:spPr>
          <a:xfrm>
            <a:off x="1005840" y="2578608"/>
            <a:ext cx="3118104" cy="256032"/>
          </a:xfrm>
          <a:prstGeom prst="rect">
            <a:avLst/>
          </a:prstGeom>
          <a:noFill/>
        </p:spPr>
        <p:txBody>
          <a:bodyPr wrap="square" lIns="9144" rIns="9144" tIns="9144" bIns="9144" anchor="ctr">
            <a:spAutoFit/>
          </a:bodyPr>
          <a:lstStyle/>
          <a:p>
            <a:pPr algn="l">
              <a:spcBef>
                <a:spcPts val="0"/>
              </a:spcBef>
              <a:spcAft>
                <a:spcPts val="0"/>
              </a:spcAft>
            </a:pPr>
            <a:r>
              <a:rPr sz="1400" b="0" i="0">
                <a:solidFill>
                  <a:srgbClr val="233039"/>
                </a:solidFill>
                <a:latin typeface="Arial"/>
              </a:rPr>
              <a:t>Need useful workflows</a:t>
            </a:r>
          </a:p>
        </p:txBody>
      </p:sp>
      <p:sp>
        <p:nvSpPr>
          <p:cNvPr id="15" name="TextBox 14"/>
          <p:cNvSpPr txBox="1"/>
          <p:nvPr/>
        </p:nvSpPr>
        <p:spPr>
          <a:xfrm>
            <a:off x="1005840" y="2962656"/>
            <a:ext cx="3099816" cy="201168"/>
          </a:xfrm>
          <a:prstGeom prst="rect">
            <a:avLst/>
          </a:prstGeom>
          <a:noFill/>
        </p:spPr>
        <p:txBody>
          <a:bodyPr wrap="square" lIns="9144" rIns="9144" tIns="9144" bIns="9144" anchor="ctr">
            <a:spAutoFit/>
          </a:bodyPr>
          <a:lstStyle/>
          <a:p>
            <a:pPr algn="l">
              <a:spcBef>
                <a:spcPts val="0"/>
              </a:spcBef>
              <a:spcAft>
                <a:spcPts val="0"/>
              </a:spcAft>
            </a:pPr>
            <a:r>
              <a:rPr sz="1140" b="0" i="0">
                <a:solidFill>
                  <a:srgbClr val="69747D"/>
                </a:solidFill>
                <a:latin typeface="Arial"/>
              </a:rPr>
              <a:t>Team members</a:t>
            </a:r>
          </a:p>
        </p:txBody>
      </p:sp>
      <p:sp>
        <p:nvSpPr>
          <p:cNvPr id="16" name="Rounded Rectangle 15"/>
          <p:cNvSpPr/>
          <p:nvPr/>
        </p:nvSpPr>
        <p:spPr>
          <a:xfrm>
            <a:off x="4668012" y="1943100"/>
            <a:ext cx="3502152" cy="155448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626864" y="1892807"/>
            <a:ext cx="3502152" cy="155448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791455" y="2048255"/>
            <a:ext cx="365760" cy="365760"/>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91455" y="2048255"/>
            <a:ext cx="365760" cy="365760"/>
          </a:xfrm>
          <a:prstGeom prst="rect">
            <a:avLst/>
          </a:prstGeom>
          <a:noFill/>
        </p:spPr>
        <p:txBody>
          <a:bodyPr wrap="square" lIns="9144" rIns="9144" tIns="9144" bIns="9144" anchor="ctr">
            <a:spAutoFit/>
          </a:bodyPr>
          <a:lstStyle/>
          <a:p>
            <a:pPr algn="ctr">
              <a:spcBef>
                <a:spcPts val="0"/>
              </a:spcBef>
              <a:spcAft>
                <a:spcPts val="0"/>
              </a:spcAft>
            </a:pPr>
            <a:r>
              <a:rPr sz="1200" b="1" i="0">
                <a:solidFill>
                  <a:srgbClr val="FFFFFF"/>
                </a:solidFill>
                <a:latin typeface="Arial"/>
              </a:rPr>
              <a:t>02</a:t>
            </a:r>
          </a:p>
        </p:txBody>
      </p:sp>
      <p:sp>
        <p:nvSpPr>
          <p:cNvPr id="20" name="TextBox 19"/>
          <p:cNvSpPr txBox="1"/>
          <p:nvPr/>
        </p:nvSpPr>
        <p:spPr>
          <a:xfrm>
            <a:off x="5257800" y="2057400"/>
            <a:ext cx="2706624" cy="283464"/>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Clients / customers</a:t>
            </a:r>
          </a:p>
        </p:txBody>
      </p:sp>
      <p:sp>
        <p:nvSpPr>
          <p:cNvPr id="21" name="TextBox 20"/>
          <p:cNvSpPr txBox="1"/>
          <p:nvPr/>
        </p:nvSpPr>
        <p:spPr>
          <a:xfrm>
            <a:off x="4828031" y="2578608"/>
            <a:ext cx="3118104" cy="256032"/>
          </a:xfrm>
          <a:prstGeom prst="rect">
            <a:avLst/>
          </a:prstGeom>
          <a:noFill/>
        </p:spPr>
        <p:txBody>
          <a:bodyPr wrap="square" lIns="9144" rIns="9144" tIns="9144" bIns="9144" anchor="ctr">
            <a:spAutoFit/>
          </a:bodyPr>
          <a:lstStyle/>
          <a:p>
            <a:pPr algn="l">
              <a:spcBef>
                <a:spcPts val="0"/>
              </a:spcBef>
              <a:spcAft>
                <a:spcPts val="0"/>
              </a:spcAft>
            </a:pPr>
            <a:r>
              <a:rPr sz="1400" b="0" i="0">
                <a:solidFill>
                  <a:srgbClr val="233039"/>
                </a:solidFill>
                <a:latin typeface="Arial"/>
              </a:rPr>
              <a:t>Define business goals</a:t>
            </a:r>
          </a:p>
        </p:txBody>
      </p:sp>
      <p:sp>
        <p:nvSpPr>
          <p:cNvPr id="22" name="TextBox 21"/>
          <p:cNvSpPr txBox="1"/>
          <p:nvPr/>
        </p:nvSpPr>
        <p:spPr>
          <a:xfrm>
            <a:off x="4828031" y="2962656"/>
            <a:ext cx="3099816" cy="201168"/>
          </a:xfrm>
          <a:prstGeom prst="rect">
            <a:avLst/>
          </a:prstGeom>
          <a:noFill/>
        </p:spPr>
        <p:txBody>
          <a:bodyPr wrap="square" lIns="9144" rIns="9144" tIns="9144" bIns="9144" anchor="ctr">
            <a:spAutoFit/>
          </a:bodyPr>
          <a:lstStyle/>
          <a:p>
            <a:pPr algn="l">
              <a:spcBef>
                <a:spcPts val="0"/>
              </a:spcBef>
              <a:spcAft>
                <a:spcPts val="0"/>
              </a:spcAft>
            </a:pPr>
            <a:r>
              <a:rPr sz="1140" b="0" i="0">
                <a:solidFill>
                  <a:srgbClr val="69747D"/>
                </a:solidFill>
                <a:latin typeface="Arial"/>
              </a:rPr>
              <a:t>Project sponsor</a:t>
            </a:r>
          </a:p>
        </p:txBody>
      </p:sp>
      <p:sp>
        <p:nvSpPr>
          <p:cNvPr id="23" name="Rounded Rectangle 22"/>
          <p:cNvSpPr/>
          <p:nvPr/>
        </p:nvSpPr>
        <p:spPr>
          <a:xfrm>
            <a:off x="8490204" y="1943100"/>
            <a:ext cx="3502152" cy="155448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449056" y="1892807"/>
            <a:ext cx="3502152" cy="155448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613648" y="2048255"/>
            <a:ext cx="365760" cy="365760"/>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13648" y="2048255"/>
            <a:ext cx="365760" cy="365760"/>
          </a:xfrm>
          <a:prstGeom prst="rect">
            <a:avLst/>
          </a:prstGeom>
          <a:noFill/>
        </p:spPr>
        <p:txBody>
          <a:bodyPr wrap="square" lIns="9144" rIns="9144" tIns="9144" bIns="9144" anchor="ctr">
            <a:spAutoFit/>
          </a:bodyPr>
          <a:lstStyle/>
          <a:p>
            <a:pPr algn="ctr">
              <a:spcBef>
                <a:spcPts val="0"/>
              </a:spcBef>
              <a:spcAft>
                <a:spcPts val="0"/>
              </a:spcAft>
            </a:pPr>
            <a:r>
              <a:rPr sz="1200" b="1" i="0">
                <a:solidFill>
                  <a:srgbClr val="FFFFFF"/>
                </a:solidFill>
                <a:latin typeface="Arial"/>
              </a:rPr>
              <a:t>03</a:t>
            </a:r>
          </a:p>
        </p:txBody>
      </p:sp>
      <p:sp>
        <p:nvSpPr>
          <p:cNvPr id="27" name="TextBox 26"/>
          <p:cNvSpPr txBox="1"/>
          <p:nvPr/>
        </p:nvSpPr>
        <p:spPr>
          <a:xfrm>
            <a:off x="9079992" y="2057400"/>
            <a:ext cx="2706624" cy="283464"/>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Domain experts</a:t>
            </a:r>
          </a:p>
        </p:txBody>
      </p:sp>
      <p:sp>
        <p:nvSpPr>
          <p:cNvPr id="28" name="TextBox 27"/>
          <p:cNvSpPr txBox="1"/>
          <p:nvPr/>
        </p:nvSpPr>
        <p:spPr>
          <a:xfrm>
            <a:off x="8650224" y="2578608"/>
            <a:ext cx="3118104" cy="256032"/>
          </a:xfrm>
          <a:prstGeom prst="rect">
            <a:avLst/>
          </a:prstGeom>
          <a:noFill/>
        </p:spPr>
        <p:txBody>
          <a:bodyPr wrap="square" lIns="9144" rIns="9144" tIns="9144" bIns="9144" anchor="ctr">
            <a:spAutoFit/>
          </a:bodyPr>
          <a:lstStyle/>
          <a:p>
            <a:pPr algn="l">
              <a:spcBef>
                <a:spcPts val="0"/>
              </a:spcBef>
              <a:spcAft>
                <a:spcPts val="0"/>
              </a:spcAft>
            </a:pPr>
            <a:r>
              <a:rPr sz="1400" b="0" i="0">
                <a:solidFill>
                  <a:srgbClr val="233039"/>
                </a:solidFill>
                <a:latin typeface="Arial"/>
              </a:rPr>
              <a:t>Know daily processes</a:t>
            </a:r>
          </a:p>
        </p:txBody>
      </p:sp>
      <p:sp>
        <p:nvSpPr>
          <p:cNvPr id="29" name="TextBox 28"/>
          <p:cNvSpPr txBox="1"/>
          <p:nvPr/>
        </p:nvSpPr>
        <p:spPr>
          <a:xfrm>
            <a:off x="8650224" y="2962656"/>
            <a:ext cx="3099816" cy="201168"/>
          </a:xfrm>
          <a:prstGeom prst="rect">
            <a:avLst/>
          </a:prstGeom>
          <a:noFill/>
        </p:spPr>
        <p:txBody>
          <a:bodyPr wrap="square" lIns="9144" rIns="9144" tIns="9144" bIns="9144" anchor="ctr">
            <a:spAutoFit/>
          </a:bodyPr>
          <a:lstStyle/>
          <a:p>
            <a:pPr algn="l">
              <a:spcBef>
                <a:spcPts val="0"/>
              </a:spcBef>
              <a:spcAft>
                <a:spcPts val="0"/>
              </a:spcAft>
            </a:pPr>
            <a:r>
              <a:rPr sz="1140" b="0" i="0">
                <a:solidFill>
                  <a:srgbClr val="69747D"/>
                </a:solidFill>
                <a:latin typeface="Arial"/>
              </a:rPr>
              <a:t>Experienced manager</a:t>
            </a:r>
          </a:p>
        </p:txBody>
      </p:sp>
      <p:sp>
        <p:nvSpPr>
          <p:cNvPr id="30" name="Rounded Rectangle 29"/>
          <p:cNvSpPr/>
          <p:nvPr/>
        </p:nvSpPr>
        <p:spPr>
          <a:xfrm>
            <a:off x="2784348" y="3735324"/>
            <a:ext cx="3502152" cy="155448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2743200" y="3685032"/>
            <a:ext cx="3502152" cy="155448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907792" y="3840480"/>
            <a:ext cx="365760" cy="365760"/>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07792" y="3840480"/>
            <a:ext cx="365760" cy="365760"/>
          </a:xfrm>
          <a:prstGeom prst="rect">
            <a:avLst/>
          </a:prstGeom>
          <a:noFill/>
        </p:spPr>
        <p:txBody>
          <a:bodyPr wrap="square" lIns="9144" rIns="9144" tIns="9144" bIns="9144" anchor="ctr">
            <a:spAutoFit/>
          </a:bodyPr>
          <a:lstStyle/>
          <a:p>
            <a:pPr algn="ctr">
              <a:spcBef>
                <a:spcPts val="0"/>
              </a:spcBef>
              <a:spcAft>
                <a:spcPts val="0"/>
              </a:spcAft>
            </a:pPr>
            <a:r>
              <a:rPr sz="1200" b="1" i="0">
                <a:solidFill>
                  <a:srgbClr val="FFFFFF"/>
                </a:solidFill>
                <a:latin typeface="Arial"/>
              </a:rPr>
              <a:t>04</a:t>
            </a:r>
          </a:p>
        </p:txBody>
      </p:sp>
      <p:sp>
        <p:nvSpPr>
          <p:cNvPr id="34" name="TextBox 33"/>
          <p:cNvSpPr txBox="1"/>
          <p:nvPr/>
        </p:nvSpPr>
        <p:spPr>
          <a:xfrm>
            <a:off x="3374136" y="3849624"/>
            <a:ext cx="2706624" cy="283464"/>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Regulators</a:t>
            </a:r>
          </a:p>
        </p:txBody>
      </p:sp>
      <p:sp>
        <p:nvSpPr>
          <p:cNvPr id="35" name="TextBox 34"/>
          <p:cNvSpPr txBox="1"/>
          <p:nvPr/>
        </p:nvSpPr>
        <p:spPr>
          <a:xfrm>
            <a:off x="2944368" y="4370832"/>
            <a:ext cx="3118104" cy="256032"/>
          </a:xfrm>
          <a:prstGeom prst="rect">
            <a:avLst/>
          </a:prstGeom>
          <a:noFill/>
        </p:spPr>
        <p:txBody>
          <a:bodyPr wrap="square" lIns="9144" rIns="9144" tIns="9144" bIns="9144" anchor="ctr">
            <a:spAutoFit/>
          </a:bodyPr>
          <a:lstStyle/>
          <a:p>
            <a:pPr algn="l">
              <a:spcBef>
                <a:spcPts val="0"/>
              </a:spcBef>
              <a:spcAft>
                <a:spcPts val="0"/>
              </a:spcAft>
            </a:pPr>
            <a:r>
              <a:rPr sz="1400" b="0" i="0">
                <a:solidFill>
                  <a:srgbClr val="233039"/>
                </a:solidFill>
                <a:latin typeface="Arial"/>
              </a:rPr>
              <a:t>Set legal constraints</a:t>
            </a:r>
          </a:p>
        </p:txBody>
      </p:sp>
      <p:sp>
        <p:nvSpPr>
          <p:cNvPr id="36" name="TextBox 35"/>
          <p:cNvSpPr txBox="1"/>
          <p:nvPr/>
        </p:nvSpPr>
        <p:spPr>
          <a:xfrm>
            <a:off x="2944368" y="4754880"/>
            <a:ext cx="3099816" cy="201168"/>
          </a:xfrm>
          <a:prstGeom prst="rect">
            <a:avLst/>
          </a:prstGeom>
          <a:noFill/>
        </p:spPr>
        <p:txBody>
          <a:bodyPr wrap="square" lIns="9144" rIns="9144" tIns="9144" bIns="9144" anchor="ctr">
            <a:spAutoFit/>
          </a:bodyPr>
          <a:lstStyle/>
          <a:p>
            <a:pPr algn="l">
              <a:spcBef>
                <a:spcPts val="0"/>
              </a:spcBef>
              <a:spcAft>
                <a:spcPts val="0"/>
              </a:spcAft>
            </a:pPr>
            <a:r>
              <a:rPr sz="1140" b="0" i="0">
                <a:solidFill>
                  <a:srgbClr val="69747D"/>
                </a:solidFill>
                <a:latin typeface="Arial"/>
              </a:rPr>
              <a:t>Privacy authority</a:t>
            </a:r>
          </a:p>
        </p:txBody>
      </p:sp>
      <p:sp>
        <p:nvSpPr>
          <p:cNvPr id="37" name="Rounded Rectangle 36"/>
          <p:cNvSpPr/>
          <p:nvPr/>
        </p:nvSpPr>
        <p:spPr>
          <a:xfrm>
            <a:off x="6624828" y="3735324"/>
            <a:ext cx="3502152" cy="155448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583680" y="3685032"/>
            <a:ext cx="3502152" cy="155448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748272" y="3840480"/>
            <a:ext cx="365760" cy="365760"/>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48272" y="3840480"/>
            <a:ext cx="365760" cy="365760"/>
          </a:xfrm>
          <a:prstGeom prst="rect">
            <a:avLst/>
          </a:prstGeom>
          <a:noFill/>
        </p:spPr>
        <p:txBody>
          <a:bodyPr wrap="square" lIns="9144" rIns="9144" tIns="9144" bIns="9144" anchor="ctr">
            <a:spAutoFit/>
          </a:bodyPr>
          <a:lstStyle/>
          <a:p>
            <a:pPr algn="ctr">
              <a:spcBef>
                <a:spcPts val="0"/>
              </a:spcBef>
              <a:spcAft>
                <a:spcPts val="0"/>
              </a:spcAft>
            </a:pPr>
            <a:r>
              <a:rPr sz="1200" b="1" i="0">
                <a:solidFill>
                  <a:srgbClr val="FFFFFF"/>
                </a:solidFill>
                <a:latin typeface="Arial"/>
              </a:rPr>
              <a:t>05</a:t>
            </a:r>
          </a:p>
        </p:txBody>
      </p:sp>
      <p:sp>
        <p:nvSpPr>
          <p:cNvPr id="41" name="TextBox 40"/>
          <p:cNvSpPr txBox="1"/>
          <p:nvPr/>
        </p:nvSpPr>
        <p:spPr>
          <a:xfrm>
            <a:off x="7214616" y="3849624"/>
            <a:ext cx="2706624" cy="283464"/>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Developers / operators</a:t>
            </a:r>
          </a:p>
        </p:txBody>
      </p:sp>
      <p:sp>
        <p:nvSpPr>
          <p:cNvPr id="42" name="TextBox 41"/>
          <p:cNvSpPr txBox="1"/>
          <p:nvPr/>
        </p:nvSpPr>
        <p:spPr>
          <a:xfrm>
            <a:off x="6784848" y="4370832"/>
            <a:ext cx="3118104" cy="256032"/>
          </a:xfrm>
          <a:prstGeom prst="rect">
            <a:avLst/>
          </a:prstGeom>
          <a:noFill/>
        </p:spPr>
        <p:txBody>
          <a:bodyPr wrap="square" lIns="9144" rIns="9144" tIns="9144" bIns="9144" anchor="ctr">
            <a:spAutoFit/>
          </a:bodyPr>
          <a:lstStyle/>
          <a:p>
            <a:pPr algn="l">
              <a:spcBef>
                <a:spcPts val="0"/>
              </a:spcBef>
              <a:spcAft>
                <a:spcPts val="0"/>
              </a:spcAft>
            </a:pPr>
            <a:r>
              <a:rPr sz="1400" b="0" i="0">
                <a:solidFill>
                  <a:srgbClr val="233039"/>
                </a:solidFill>
                <a:latin typeface="Arial"/>
              </a:rPr>
              <a:t>Build and run the system</a:t>
            </a:r>
          </a:p>
        </p:txBody>
      </p:sp>
      <p:sp>
        <p:nvSpPr>
          <p:cNvPr id="43" name="TextBox 42"/>
          <p:cNvSpPr txBox="1"/>
          <p:nvPr/>
        </p:nvSpPr>
        <p:spPr>
          <a:xfrm>
            <a:off x="6784848" y="4754880"/>
            <a:ext cx="3099816" cy="201168"/>
          </a:xfrm>
          <a:prstGeom prst="rect">
            <a:avLst/>
          </a:prstGeom>
          <a:noFill/>
        </p:spPr>
        <p:txBody>
          <a:bodyPr wrap="square" lIns="9144" rIns="9144" tIns="9144" bIns="9144" anchor="ctr">
            <a:spAutoFit/>
          </a:bodyPr>
          <a:lstStyle/>
          <a:p>
            <a:pPr algn="l">
              <a:spcBef>
                <a:spcPts val="0"/>
              </a:spcBef>
              <a:spcAft>
                <a:spcPts val="0"/>
              </a:spcAft>
            </a:pPr>
            <a:r>
              <a:rPr sz="1140" b="0" i="0">
                <a:solidFill>
                  <a:srgbClr val="69747D"/>
                </a:solidFill>
                <a:latin typeface="Arial"/>
              </a:rPr>
              <a:t>Engineering / IT</a:t>
            </a:r>
          </a:p>
        </p:txBody>
      </p:sp>
      <p:sp>
        <p:nvSpPr>
          <p:cNvPr id="44" name="TextBox 43"/>
          <p:cNvSpPr txBox="1"/>
          <p:nvPr/>
        </p:nvSpPr>
        <p:spPr>
          <a:xfrm>
            <a:off x="1005840" y="5769864"/>
            <a:ext cx="10332720" cy="274320"/>
          </a:xfrm>
          <a:prstGeom prst="rect">
            <a:avLst/>
          </a:prstGeom>
          <a:noFill/>
        </p:spPr>
        <p:txBody>
          <a:bodyPr wrap="square" lIns="9144" rIns="9144" tIns="9144" bIns="9144" anchor="ctr">
            <a:spAutoFit/>
          </a:bodyPr>
          <a:lstStyle/>
          <a:p>
            <a:pPr algn="ctr">
              <a:spcBef>
                <a:spcPts val="0"/>
              </a:spcBef>
              <a:spcAft>
                <a:spcPts val="0"/>
              </a:spcAft>
            </a:pPr>
            <a:r>
              <a:rPr sz="1350" b="1" i="0">
                <a:solidFill>
                  <a:srgbClr val="CE1C29"/>
                </a:solidFill>
                <a:latin typeface="Arial"/>
              </a:rPr>
              <a:t>Stakeholders may have competing needs — requirements engineering helps reconcile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2.2  ELICIT</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Six elicitation techniques</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Use multiple methods to understand the full picture.</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pPr algn="r">
              <a:spcBef>
                <a:spcPts val="0"/>
              </a:spcBef>
              <a:spcAft>
                <a:spcPts val="0"/>
              </a:spcAft>
            </a:pPr>
            <a:r>
              <a:rPr sz="900" b="0" i="0">
                <a:solidFill>
                  <a:srgbClr val="69747D"/>
                </a:solidFill>
                <a:latin typeface="Arial"/>
              </a:rPr>
              <a:t>06 / 15</a:t>
            </a:r>
          </a:p>
        </p:txBody>
      </p:sp>
      <p:sp>
        <p:nvSpPr>
          <p:cNvPr id="9" name="Rounded Rectangle 8"/>
          <p:cNvSpPr/>
          <p:nvPr/>
        </p:nvSpPr>
        <p:spPr>
          <a:xfrm>
            <a:off x="800100" y="1915668"/>
            <a:ext cx="3566160" cy="1609344"/>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58952" y="1865376"/>
            <a:ext cx="3566160" cy="1609344"/>
          </a:xfrm>
          <a:prstGeom prst="roundRect">
            <a:avLst>
              <a:gd name="adj" fmla="val 13000"/>
            </a:avLst>
          </a:prstGeom>
          <a:solidFill>
            <a:srgbClr val="E2F0FA"/>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3544" y="2029968"/>
            <a:ext cx="502920" cy="32918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CE1C29"/>
                </a:solidFill>
                <a:latin typeface="Arial"/>
              </a:rPr>
              <a:t>01</a:t>
            </a:r>
          </a:p>
        </p:txBody>
      </p:sp>
      <p:sp>
        <p:nvSpPr>
          <p:cNvPr id="12" name="TextBox 11"/>
          <p:cNvSpPr txBox="1"/>
          <p:nvPr/>
        </p:nvSpPr>
        <p:spPr>
          <a:xfrm>
            <a:off x="1563624" y="2039112"/>
            <a:ext cx="2569464" cy="37490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Interviews</a:t>
            </a:r>
          </a:p>
        </p:txBody>
      </p:sp>
      <p:sp>
        <p:nvSpPr>
          <p:cNvPr id="13" name="TextBox 12"/>
          <p:cNvSpPr txBox="1"/>
          <p:nvPr/>
        </p:nvSpPr>
        <p:spPr>
          <a:xfrm>
            <a:off x="941832" y="2770632"/>
            <a:ext cx="3218688" cy="475488"/>
          </a:xfrm>
          <a:prstGeom prst="rect">
            <a:avLst/>
          </a:prstGeom>
          <a:noFill/>
        </p:spPr>
        <p:txBody>
          <a:bodyPr wrap="square" lIns="9144" rIns="9144" tIns="9144" bIns="9144" anchor="ctr">
            <a:spAutoFit/>
          </a:bodyPr>
          <a:lstStyle/>
          <a:p>
            <a:pPr algn="l">
              <a:spcBef>
                <a:spcPts val="0"/>
              </a:spcBef>
              <a:spcAft>
                <a:spcPts val="0"/>
              </a:spcAft>
            </a:pPr>
            <a:r>
              <a:rPr sz="1420" b="0" i="0">
                <a:solidFill>
                  <a:srgbClr val="233039"/>
                </a:solidFill>
                <a:latin typeface="Arial"/>
              </a:rPr>
              <a:t>Explore one perspective deeply</a:t>
            </a:r>
          </a:p>
        </p:txBody>
      </p:sp>
      <p:sp>
        <p:nvSpPr>
          <p:cNvPr id="14" name="Rounded Rectangle 13"/>
          <p:cNvSpPr/>
          <p:nvPr/>
        </p:nvSpPr>
        <p:spPr>
          <a:xfrm>
            <a:off x="4649724" y="1915668"/>
            <a:ext cx="3566160" cy="1609344"/>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608576" y="1865376"/>
            <a:ext cx="3566160" cy="1609344"/>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3168" y="2029968"/>
            <a:ext cx="502920" cy="32918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CE1C29"/>
                </a:solidFill>
                <a:latin typeface="Arial"/>
              </a:rPr>
              <a:t>02</a:t>
            </a:r>
          </a:p>
        </p:txBody>
      </p:sp>
      <p:sp>
        <p:nvSpPr>
          <p:cNvPr id="17" name="TextBox 16"/>
          <p:cNvSpPr txBox="1"/>
          <p:nvPr/>
        </p:nvSpPr>
        <p:spPr>
          <a:xfrm>
            <a:off x="5413248" y="2039112"/>
            <a:ext cx="2569464" cy="37490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Workshops</a:t>
            </a:r>
          </a:p>
        </p:txBody>
      </p:sp>
      <p:sp>
        <p:nvSpPr>
          <p:cNvPr id="18" name="TextBox 17"/>
          <p:cNvSpPr txBox="1"/>
          <p:nvPr/>
        </p:nvSpPr>
        <p:spPr>
          <a:xfrm>
            <a:off x="4791456" y="2770632"/>
            <a:ext cx="3218688" cy="475488"/>
          </a:xfrm>
          <a:prstGeom prst="rect">
            <a:avLst/>
          </a:prstGeom>
          <a:noFill/>
        </p:spPr>
        <p:txBody>
          <a:bodyPr wrap="square" lIns="9144" rIns="9144" tIns="9144" bIns="9144" anchor="ctr">
            <a:spAutoFit/>
          </a:bodyPr>
          <a:lstStyle/>
          <a:p>
            <a:pPr algn="l">
              <a:spcBef>
                <a:spcPts val="0"/>
              </a:spcBef>
              <a:spcAft>
                <a:spcPts val="0"/>
              </a:spcAft>
            </a:pPr>
            <a:r>
              <a:rPr sz="1420" b="0" i="0">
                <a:solidFill>
                  <a:srgbClr val="233039"/>
                </a:solidFill>
                <a:latin typeface="Arial"/>
              </a:rPr>
              <a:t>Build shared agreement</a:t>
            </a:r>
          </a:p>
        </p:txBody>
      </p:sp>
      <p:sp>
        <p:nvSpPr>
          <p:cNvPr id="19" name="Rounded Rectangle 18"/>
          <p:cNvSpPr/>
          <p:nvPr/>
        </p:nvSpPr>
        <p:spPr>
          <a:xfrm>
            <a:off x="8499348" y="1915668"/>
            <a:ext cx="3566160" cy="1609344"/>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458200" y="1865376"/>
            <a:ext cx="3566160" cy="1609344"/>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22792" y="2029968"/>
            <a:ext cx="502920" cy="32918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CE1C29"/>
                </a:solidFill>
                <a:latin typeface="Arial"/>
              </a:rPr>
              <a:t>03</a:t>
            </a:r>
          </a:p>
        </p:txBody>
      </p:sp>
      <p:sp>
        <p:nvSpPr>
          <p:cNvPr id="22" name="TextBox 21"/>
          <p:cNvSpPr txBox="1"/>
          <p:nvPr/>
        </p:nvSpPr>
        <p:spPr>
          <a:xfrm>
            <a:off x="9262872" y="2039112"/>
            <a:ext cx="2569464" cy="37490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Observation</a:t>
            </a:r>
          </a:p>
        </p:txBody>
      </p:sp>
      <p:sp>
        <p:nvSpPr>
          <p:cNvPr id="23" name="TextBox 22"/>
          <p:cNvSpPr txBox="1"/>
          <p:nvPr/>
        </p:nvSpPr>
        <p:spPr>
          <a:xfrm>
            <a:off x="8641080" y="2770632"/>
            <a:ext cx="3218688" cy="475488"/>
          </a:xfrm>
          <a:prstGeom prst="rect">
            <a:avLst/>
          </a:prstGeom>
          <a:noFill/>
        </p:spPr>
        <p:txBody>
          <a:bodyPr wrap="square" lIns="9144" rIns="9144" tIns="9144" bIns="9144" anchor="ctr">
            <a:spAutoFit/>
          </a:bodyPr>
          <a:lstStyle/>
          <a:p>
            <a:pPr algn="l">
              <a:spcBef>
                <a:spcPts val="0"/>
              </a:spcBef>
              <a:spcAft>
                <a:spcPts val="0"/>
              </a:spcAft>
            </a:pPr>
            <a:r>
              <a:rPr sz="1420" b="0" i="0">
                <a:solidFill>
                  <a:srgbClr val="233039"/>
                </a:solidFill>
                <a:latin typeface="Arial"/>
              </a:rPr>
              <a:t>Watch work as it happens</a:t>
            </a:r>
          </a:p>
        </p:txBody>
      </p:sp>
      <p:sp>
        <p:nvSpPr>
          <p:cNvPr id="24" name="Rounded Rectangle 23"/>
          <p:cNvSpPr/>
          <p:nvPr/>
        </p:nvSpPr>
        <p:spPr>
          <a:xfrm>
            <a:off x="800100" y="3762756"/>
            <a:ext cx="3566160" cy="1609344"/>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58952" y="3712464"/>
            <a:ext cx="3566160" cy="1609344"/>
          </a:xfrm>
          <a:prstGeom prst="roundRect">
            <a:avLst>
              <a:gd name="adj" fmla="val 13000"/>
            </a:avLst>
          </a:prstGeom>
          <a:solidFill>
            <a:srgbClr val="E2F0FA"/>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 y="3877056"/>
            <a:ext cx="502920" cy="32918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CE1C29"/>
                </a:solidFill>
                <a:latin typeface="Arial"/>
              </a:rPr>
              <a:t>04</a:t>
            </a:r>
          </a:p>
        </p:txBody>
      </p:sp>
      <p:sp>
        <p:nvSpPr>
          <p:cNvPr id="27" name="TextBox 26"/>
          <p:cNvSpPr txBox="1"/>
          <p:nvPr/>
        </p:nvSpPr>
        <p:spPr>
          <a:xfrm>
            <a:off x="1563624" y="3886200"/>
            <a:ext cx="2569464" cy="37490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Personas</a:t>
            </a:r>
          </a:p>
        </p:txBody>
      </p:sp>
      <p:sp>
        <p:nvSpPr>
          <p:cNvPr id="28" name="TextBox 27"/>
          <p:cNvSpPr txBox="1"/>
          <p:nvPr/>
        </p:nvSpPr>
        <p:spPr>
          <a:xfrm>
            <a:off x="941832" y="4617720"/>
            <a:ext cx="3218688" cy="475488"/>
          </a:xfrm>
          <a:prstGeom prst="rect">
            <a:avLst/>
          </a:prstGeom>
          <a:noFill/>
        </p:spPr>
        <p:txBody>
          <a:bodyPr wrap="square" lIns="9144" rIns="9144" tIns="9144" bIns="9144" anchor="ctr">
            <a:spAutoFit/>
          </a:bodyPr>
          <a:lstStyle/>
          <a:p>
            <a:pPr algn="l">
              <a:spcBef>
                <a:spcPts val="0"/>
              </a:spcBef>
              <a:spcAft>
                <a:spcPts val="0"/>
              </a:spcAft>
            </a:pPr>
            <a:r>
              <a:rPr sz="1420" b="0" i="0">
                <a:solidFill>
                  <a:srgbClr val="233039"/>
                </a:solidFill>
                <a:latin typeface="Arial"/>
              </a:rPr>
              <a:t>Summarize research-based users</a:t>
            </a:r>
          </a:p>
        </p:txBody>
      </p:sp>
      <p:sp>
        <p:nvSpPr>
          <p:cNvPr id="29" name="Rounded Rectangle 28"/>
          <p:cNvSpPr/>
          <p:nvPr/>
        </p:nvSpPr>
        <p:spPr>
          <a:xfrm>
            <a:off x="4649724" y="3762756"/>
            <a:ext cx="3566160" cy="1609344"/>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608576" y="3712464"/>
            <a:ext cx="3566160" cy="1609344"/>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73168" y="3877056"/>
            <a:ext cx="502920" cy="32918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CE1C29"/>
                </a:solidFill>
                <a:latin typeface="Arial"/>
              </a:rPr>
              <a:t>05</a:t>
            </a:r>
          </a:p>
        </p:txBody>
      </p:sp>
      <p:sp>
        <p:nvSpPr>
          <p:cNvPr id="32" name="TextBox 31"/>
          <p:cNvSpPr txBox="1"/>
          <p:nvPr/>
        </p:nvSpPr>
        <p:spPr>
          <a:xfrm>
            <a:off x="5413248" y="3886200"/>
            <a:ext cx="2569464" cy="37490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Document analysis</a:t>
            </a:r>
          </a:p>
        </p:txBody>
      </p:sp>
      <p:sp>
        <p:nvSpPr>
          <p:cNvPr id="33" name="TextBox 32"/>
          <p:cNvSpPr txBox="1"/>
          <p:nvPr/>
        </p:nvSpPr>
        <p:spPr>
          <a:xfrm>
            <a:off x="4791456" y="4617720"/>
            <a:ext cx="3218688" cy="475488"/>
          </a:xfrm>
          <a:prstGeom prst="rect">
            <a:avLst/>
          </a:prstGeom>
          <a:noFill/>
        </p:spPr>
        <p:txBody>
          <a:bodyPr wrap="square" lIns="9144" rIns="9144" tIns="9144" bIns="9144" anchor="ctr">
            <a:spAutoFit/>
          </a:bodyPr>
          <a:lstStyle/>
          <a:p>
            <a:pPr algn="l">
              <a:spcBef>
                <a:spcPts val="0"/>
              </a:spcBef>
              <a:spcAft>
                <a:spcPts val="0"/>
              </a:spcAft>
            </a:pPr>
            <a:r>
              <a:rPr sz="1420" b="0" i="0">
                <a:solidFill>
                  <a:srgbClr val="233039"/>
                </a:solidFill>
                <a:latin typeface="Arial"/>
              </a:rPr>
              <a:t>Read existing evidence</a:t>
            </a:r>
          </a:p>
        </p:txBody>
      </p:sp>
      <p:sp>
        <p:nvSpPr>
          <p:cNvPr id="34" name="Rounded Rectangle 33"/>
          <p:cNvSpPr/>
          <p:nvPr/>
        </p:nvSpPr>
        <p:spPr>
          <a:xfrm>
            <a:off x="8499348" y="3762756"/>
            <a:ext cx="3566160" cy="1609344"/>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8458200" y="3712464"/>
            <a:ext cx="3566160" cy="1609344"/>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22792" y="3877056"/>
            <a:ext cx="502920" cy="32918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CE1C29"/>
                </a:solidFill>
                <a:latin typeface="Arial"/>
              </a:rPr>
              <a:t>06</a:t>
            </a:r>
          </a:p>
        </p:txBody>
      </p:sp>
      <p:sp>
        <p:nvSpPr>
          <p:cNvPr id="37" name="TextBox 36"/>
          <p:cNvSpPr txBox="1"/>
          <p:nvPr/>
        </p:nvSpPr>
        <p:spPr>
          <a:xfrm>
            <a:off x="9262872" y="3886200"/>
            <a:ext cx="2569464" cy="374904"/>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Prototyping</a:t>
            </a:r>
          </a:p>
        </p:txBody>
      </p:sp>
      <p:sp>
        <p:nvSpPr>
          <p:cNvPr id="38" name="TextBox 37"/>
          <p:cNvSpPr txBox="1"/>
          <p:nvPr/>
        </p:nvSpPr>
        <p:spPr>
          <a:xfrm>
            <a:off x="8641080" y="4617720"/>
            <a:ext cx="3218688" cy="475488"/>
          </a:xfrm>
          <a:prstGeom prst="rect">
            <a:avLst/>
          </a:prstGeom>
          <a:noFill/>
        </p:spPr>
        <p:txBody>
          <a:bodyPr wrap="square" lIns="9144" rIns="9144" tIns="9144" bIns="9144" anchor="ctr">
            <a:spAutoFit/>
          </a:bodyPr>
          <a:lstStyle/>
          <a:p>
            <a:pPr algn="l">
              <a:spcBef>
                <a:spcPts val="0"/>
              </a:spcBef>
              <a:spcAft>
                <a:spcPts val="0"/>
              </a:spcAft>
            </a:pPr>
            <a:r>
              <a:rPr sz="1420" b="0" i="0">
                <a:solidFill>
                  <a:srgbClr val="233039"/>
                </a:solidFill>
                <a:latin typeface="Arial"/>
              </a:rPr>
              <a:t>Test early mockups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2.2  ELICIT</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Interviews and workshops</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Listen individually, then resolve differences together.</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pPr algn="r">
              <a:spcBef>
                <a:spcPts val="0"/>
              </a:spcBef>
              <a:spcAft>
                <a:spcPts val="0"/>
              </a:spcAft>
            </a:pPr>
            <a:r>
              <a:rPr sz="900" b="0" i="0">
                <a:solidFill>
                  <a:srgbClr val="69747D"/>
                </a:solidFill>
                <a:latin typeface="Arial"/>
              </a:rPr>
              <a:t>07 / 15</a:t>
            </a:r>
          </a:p>
        </p:txBody>
      </p:sp>
      <p:sp>
        <p:nvSpPr>
          <p:cNvPr id="9" name="Rounded Rectangle 8"/>
          <p:cNvSpPr/>
          <p:nvPr/>
        </p:nvSpPr>
        <p:spPr>
          <a:xfrm>
            <a:off x="854964" y="1906524"/>
            <a:ext cx="5029200" cy="338328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13816" y="1856231"/>
            <a:ext cx="5029200" cy="3383280"/>
          </a:xfrm>
          <a:prstGeom prst="roundRect">
            <a:avLst>
              <a:gd name="adj" fmla="val 13000"/>
            </a:avLst>
          </a:prstGeom>
          <a:solidFill>
            <a:srgbClr val="E2F0FA"/>
          </a:solidFill>
          <a:ln w="12700">
            <a:solidFill>
              <a:srgbClr val="D2D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32220" y="1906524"/>
            <a:ext cx="5029200" cy="338328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91072" y="1856231"/>
            <a:ext cx="5029200" cy="3383280"/>
          </a:xfrm>
          <a:prstGeom prst="roundRect">
            <a:avLst>
              <a:gd name="adj" fmla="val 13000"/>
            </a:avLst>
          </a:prstGeom>
          <a:solidFill>
            <a:srgbClr val="FBE7E9"/>
          </a:solidFill>
          <a:ln w="12700">
            <a:solidFill>
              <a:srgbClr val="EAD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121408"/>
            <a:ext cx="4261104" cy="219456"/>
          </a:xfrm>
          <a:prstGeom prst="rect">
            <a:avLst/>
          </a:prstGeom>
          <a:noFill/>
        </p:spPr>
        <p:txBody>
          <a:bodyPr wrap="square" lIns="9144" rIns="9144" tIns="9144" bIns="9144" anchor="ctr">
            <a:spAutoFit/>
          </a:bodyPr>
          <a:lstStyle/>
          <a:p>
            <a:pPr algn="l">
              <a:spcBef>
                <a:spcPts val="0"/>
              </a:spcBef>
              <a:spcAft>
                <a:spcPts val="0"/>
              </a:spcAft>
            </a:pPr>
            <a:r>
              <a:rPr sz="1800" b="1" i="0">
                <a:solidFill>
                  <a:srgbClr val="174877"/>
                </a:solidFill>
                <a:latin typeface="Arial"/>
              </a:rPr>
              <a:t>INTERVIEWS</a:t>
            </a:r>
          </a:p>
        </p:txBody>
      </p:sp>
      <p:sp>
        <p:nvSpPr>
          <p:cNvPr id="14" name="TextBox 13"/>
          <p:cNvSpPr txBox="1"/>
          <p:nvPr/>
        </p:nvSpPr>
        <p:spPr>
          <a:xfrm>
            <a:off x="1060704" y="2542032"/>
            <a:ext cx="4389120" cy="365760"/>
          </a:xfrm>
          <a:prstGeom prst="rect">
            <a:avLst/>
          </a:prstGeom>
          <a:noFill/>
        </p:spPr>
        <p:txBody>
          <a:bodyPr wrap="square" lIns="9144" rIns="9144" tIns="9144" bIns="9144" anchor="ctr">
            <a:spAutoFit/>
          </a:bodyPr>
          <a:lstStyle/>
          <a:p>
            <a:pPr algn="l">
              <a:spcBef>
                <a:spcPts val="0"/>
              </a:spcBef>
              <a:spcAft>
                <a:spcPts val="0"/>
              </a:spcAft>
            </a:pPr>
            <a:r>
              <a:rPr sz="1600" b="0" i="0">
                <a:solidFill>
                  <a:srgbClr val="233039"/>
                </a:solidFill>
                <a:latin typeface="Arial"/>
              </a:rPr>
              <a:t>Explore one person’s perspective</a:t>
            </a:r>
          </a:p>
        </p:txBody>
      </p:sp>
      <p:sp>
        <p:nvSpPr>
          <p:cNvPr id="15" name="TextBox 14"/>
          <p:cNvSpPr txBox="1"/>
          <p:nvPr/>
        </p:nvSpPr>
        <p:spPr>
          <a:xfrm>
            <a:off x="1088136" y="3154680"/>
            <a:ext cx="4453128" cy="1371600"/>
          </a:xfrm>
          <a:prstGeom prst="rect">
            <a:avLst/>
          </a:prstGeom>
          <a:noFill/>
        </p:spPr>
        <p:txBody>
          <a:bodyPr wrap="square" lIns="9144" rIns="9144" tIns="9144" bIns="9144" anchor="t">
            <a:spAutoFit/>
          </a:bodyPr>
          <a:lstStyle/>
          <a:p>
            <a:pPr algn="l">
              <a:spcBef>
                <a:spcPts val="0"/>
              </a:spcBef>
              <a:spcAft>
                <a:spcPts val="0"/>
              </a:spcAft>
            </a:pPr>
            <a:r>
              <a:rPr sz="1530" b="0" i="0">
                <a:solidFill>
                  <a:srgbClr val="233039"/>
                </a:solidFill>
                <a:latin typeface="Arial"/>
              </a:rPr>
              <a:t>• Structured: fixed questions</a:t>
            </a:r>
          </a:p>
          <a:p>
            <a:pPr algn="l">
              <a:spcBef>
                <a:spcPts val="0"/>
              </a:spcBef>
              <a:spcAft>
                <a:spcPts val="0"/>
              </a:spcAft>
            </a:pPr>
            <a:r>
              <a:rPr sz="1530" b="0" i="0">
                <a:solidFill>
                  <a:srgbClr val="233039"/>
                </a:solidFill>
                <a:latin typeface="Arial"/>
              </a:rPr>
              <a:t>• Semi-structured: flexible follow-ups</a:t>
            </a:r>
          </a:p>
          <a:p>
            <a:pPr algn="l">
              <a:spcBef>
                <a:spcPts val="0"/>
              </a:spcBef>
              <a:spcAft>
                <a:spcPts val="0"/>
              </a:spcAft>
            </a:pPr>
            <a:r>
              <a:rPr sz="1530" b="0" i="0">
                <a:solidFill>
                  <a:srgbClr val="233039"/>
                </a:solidFill>
                <a:latin typeface="Arial"/>
              </a:rPr>
              <a:t>• Unstructured: open conversation</a:t>
            </a:r>
          </a:p>
        </p:txBody>
      </p:sp>
      <p:sp>
        <p:nvSpPr>
          <p:cNvPr id="16" name="TextBox 15"/>
          <p:cNvSpPr txBox="1"/>
          <p:nvPr/>
        </p:nvSpPr>
        <p:spPr>
          <a:xfrm>
            <a:off x="6556248" y="2121408"/>
            <a:ext cx="4389120" cy="219456"/>
          </a:xfrm>
          <a:prstGeom prst="rect">
            <a:avLst/>
          </a:prstGeom>
          <a:noFill/>
        </p:spPr>
        <p:txBody>
          <a:bodyPr wrap="square" lIns="9144" rIns="9144" tIns="9144" bIns="9144" anchor="ctr">
            <a:spAutoFit/>
          </a:bodyPr>
          <a:lstStyle/>
          <a:p>
            <a:pPr algn="l">
              <a:spcBef>
                <a:spcPts val="0"/>
              </a:spcBef>
              <a:spcAft>
                <a:spcPts val="0"/>
              </a:spcAft>
            </a:pPr>
            <a:r>
              <a:rPr sz="1800" b="1" i="0">
                <a:solidFill>
                  <a:srgbClr val="CE1C29"/>
                </a:solidFill>
                <a:latin typeface="Arial"/>
              </a:rPr>
              <a:t>WORKSHOPS</a:t>
            </a:r>
          </a:p>
        </p:txBody>
      </p:sp>
      <p:sp>
        <p:nvSpPr>
          <p:cNvPr id="17" name="TextBox 16"/>
          <p:cNvSpPr txBox="1"/>
          <p:nvPr/>
        </p:nvSpPr>
        <p:spPr>
          <a:xfrm>
            <a:off x="6556248" y="2542032"/>
            <a:ext cx="4462272" cy="365760"/>
          </a:xfrm>
          <a:prstGeom prst="rect">
            <a:avLst/>
          </a:prstGeom>
          <a:noFill/>
        </p:spPr>
        <p:txBody>
          <a:bodyPr wrap="square" lIns="9144" rIns="9144" tIns="9144" bIns="9144" anchor="ctr">
            <a:spAutoFit/>
          </a:bodyPr>
          <a:lstStyle/>
          <a:p>
            <a:pPr algn="l">
              <a:spcBef>
                <a:spcPts val="0"/>
              </a:spcBef>
              <a:spcAft>
                <a:spcPts val="0"/>
              </a:spcAft>
            </a:pPr>
            <a:r>
              <a:rPr sz="1600" b="0" i="0">
                <a:solidFill>
                  <a:srgbClr val="233039"/>
                </a:solidFill>
                <a:latin typeface="Arial"/>
              </a:rPr>
              <a:t>Build agreement across a group</a:t>
            </a:r>
          </a:p>
        </p:txBody>
      </p:sp>
      <p:sp>
        <p:nvSpPr>
          <p:cNvPr id="18" name="TextBox 17"/>
          <p:cNvSpPr txBox="1"/>
          <p:nvPr/>
        </p:nvSpPr>
        <p:spPr>
          <a:xfrm>
            <a:off x="6565392" y="3200400"/>
            <a:ext cx="4343400" cy="1207008"/>
          </a:xfrm>
          <a:prstGeom prst="rect">
            <a:avLst/>
          </a:prstGeom>
          <a:noFill/>
        </p:spPr>
        <p:txBody>
          <a:bodyPr wrap="square" lIns="9144" rIns="9144" tIns="9144" bIns="9144" anchor="t">
            <a:spAutoFit/>
          </a:bodyPr>
          <a:lstStyle/>
          <a:p>
            <a:pPr algn="l">
              <a:spcBef>
                <a:spcPts val="0"/>
              </a:spcBef>
              <a:spcAft>
                <a:spcPts val="0"/>
              </a:spcAft>
            </a:pPr>
            <a:r>
              <a:rPr sz="1600" b="0" i="0">
                <a:solidFill>
                  <a:srgbClr val="233039"/>
                </a:solidFill>
                <a:latin typeface="Arial"/>
              </a:rPr>
              <a:t>Bring users, managers, and developers together to discuss priorities and resolve conflicting requests.</a:t>
            </a:r>
          </a:p>
        </p:txBody>
      </p:sp>
      <p:sp>
        <p:nvSpPr>
          <p:cNvPr id="19" name="Rounded Rectangle 18"/>
          <p:cNvSpPr/>
          <p:nvPr/>
        </p:nvSpPr>
        <p:spPr>
          <a:xfrm>
            <a:off x="1517904" y="5477256"/>
            <a:ext cx="9098280" cy="539496"/>
          </a:xfrm>
          <a:prstGeom prst="roundRect">
            <a:avLst>
              <a:gd name="adj" fmla="val 13000"/>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45920" y="5605272"/>
            <a:ext cx="8860536" cy="219456"/>
          </a:xfrm>
          <a:prstGeom prst="rect">
            <a:avLst/>
          </a:prstGeom>
          <a:noFill/>
        </p:spPr>
        <p:txBody>
          <a:bodyPr wrap="square" lIns="9144" rIns="9144" tIns="9144" bIns="9144" anchor="ctr">
            <a:spAutoFit/>
          </a:bodyPr>
          <a:lstStyle/>
          <a:p>
            <a:pPr algn="ctr">
              <a:spcBef>
                <a:spcPts val="0"/>
              </a:spcBef>
              <a:spcAft>
                <a:spcPts val="0"/>
              </a:spcAft>
            </a:pPr>
            <a:r>
              <a:rPr sz="1460" b="1" i="0">
                <a:solidFill>
                  <a:srgbClr val="174877"/>
                </a:solidFill>
                <a:latin typeface="Arial"/>
              </a:rPr>
              <a:t>Ask: “What is the hardest part of your current process?”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2.2  ELICIT</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Observation and personas</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What people do may differ from what they say.</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pPr algn="r">
              <a:spcBef>
                <a:spcPts val="0"/>
              </a:spcBef>
              <a:spcAft>
                <a:spcPts val="0"/>
              </a:spcAft>
            </a:pPr>
            <a:r>
              <a:rPr sz="900" b="0" i="0">
                <a:solidFill>
                  <a:srgbClr val="69747D"/>
                </a:solidFill>
                <a:latin typeface="Arial"/>
              </a:rPr>
              <a:t>08 / 15</a:t>
            </a:r>
          </a:p>
        </p:txBody>
      </p:sp>
      <p:sp>
        <p:nvSpPr>
          <p:cNvPr id="9" name="Rounded Rectangle 8"/>
          <p:cNvSpPr/>
          <p:nvPr/>
        </p:nvSpPr>
        <p:spPr>
          <a:xfrm>
            <a:off x="827532" y="1897380"/>
            <a:ext cx="5111496" cy="402336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86384" y="1847088"/>
            <a:ext cx="5111496" cy="402336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3348" y="1897380"/>
            <a:ext cx="5148072" cy="402336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72200" y="1847088"/>
            <a:ext cx="5148072" cy="4023360"/>
          </a:xfrm>
          <a:prstGeom prst="roundRect">
            <a:avLst>
              <a:gd name="adj" fmla="val 13000"/>
            </a:avLst>
          </a:prstGeom>
          <a:solidFill>
            <a:srgbClr val="E2F0FA"/>
          </a:solidFill>
          <a:ln w="12700">
            <a:solidFill>
              <a:srgbClr val="D5E5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42415" y="2103120"/>
            <a:ext cx="4562856" cy="219456"/>
          </a:xfrm>
          <a:prstGeom prst="rect">
            <a:avLst/>
          </a:prstGeom>
          <a:noFill/>
        </p:spPr>
        <p:txBody>
          <a:bodyPr wrap="square" lIns="9144" rIns="9144" tIns="9144" bIns="9144" anchor="ctr">
            <a:spAutoFit/>
          </a:bodyPr>
          <a:lstStyle/>
          <a:p>
            <a:pPr algn="l">
              <a:spcBef>
                <a:spcPts val="0"/>
              </a:spcBef>
              <a:spcAft>
                <a:spcPts val="0"/>
              </a:spcAft>
            </a:pPr>
            <a:r>
              <a:rPr sz="1650" b="1" i="0">
                <a:solidFill>
                  <a:srgbClr val="174877"/>
                </a:solidFill>
                <a:latin typeface="Arial"/>
              </a:rPr>
              <a:t>OBSERVE REAL WORK</a:t>
            </a:r>
          </a:p>
        </p:txBody>
      </p:sp>
      <p:sp>
        <p:nvSpPr>
          <p:cNvPr id="14" name="Oval 13"/>
          <p:cNvSpPr/>
          <p:nvPr/>
        </p:nvSpPr>
        <p:spPr>
          <a:xfrm>
            <a:off x="1051560" y="2761488"/>
            <a:ext cx="365760" cy="365760"/>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2761488"/>
            <a:ext cx="365760" cy="365760"/>
          </a:xfrm>
          <a:prstGeom prst="rect">
            <a:avLst/>
          </a:prstGeom>
          <a:noFill/>
        </p:spPr>
        <p:txBody>
          <a:bodyPr wrap="square" lIns="9144" rIns="9144" tIns="9144" bIns="9144" anchor="ctr">
            <a:spAutoFit/>
          </a:bodyPr>
          <a:lstStyle/>
          <a:p>
            <a:pPr algn="ctr">
              <a:spcBef>
                <a:spcPts val="0"/>
              </a:spcBef>
              <a:spcAft>
                <a:spcPts val="0"/>
              </a:spcAft>
            </a:pPr>
            <a:r>
              <a:rPr sz="1400" b="1" i="0">
                <a:solidFill>
                  <a:srgbClr val="FFFFFF"/>
                </a:solidFill>
                <a:latin typeface="Arial"/>
              </a:rPr>
              <a:t>1</a:t>
            </a:r>
          </a:p>
        </p:txBody>
      </p:sp>
      <p:sp>
        <p:nvSpPr>
          <p:cNvPr id="16" name="TextBox 15"/>
          <p:cNvSpPr txBox="1"/>
          <p:nvPr/>
        </p:nvSpPr>
        <p:spPr>
          <a:xfrm>
            <a:off x="1618488" y="2788920"/>
            <a:ext cx="3895344" cy="310896"/>
          </a:xfrm>
          <a:prstGeom prst="rect">
            <a:avLst/>
          </a:prstGeom>
          <a:noFill/>
        </p:spPr>
        <p:txBody>
          <a:bodyPr wrap="square" lIns="9144" rIns="9144" tIns="9144" bIns="9144" anchor="ctr">
            <a:spAutoFit/>
          </a:bodyPr>
          <a:lstStyle/>
          <a:p>
            <a:pPr algn="l">
              <a:spcBef>
                <a:spcPts val="0"/>
              </a:spcBef>
              <a:spcAft>
                <a:spcPts val="0"/>
              </a:spcAft>
            </a:pPr>
            <a:r>
              <a:rPr sz="1520" b="0" i="0">
                <a:solidFill>
                  <a:srgbClr val="233039"/>
                </a:solidFill>
                <a:latin typeface="Arial"/>
              </a:rPr>
              <a:t>Receives task</a:t>
            </a:r>
          </a:p>
        </p:txBody>
      </p:sp>
      <p:sp>
        <p:nvSpPr>
          <p:cNvPr id="17" name="Oval 16"/>
          <p:cNvSpPr/>
          <p:nvPr/>
        </p:nvSpPr>
        <p:spPr>
          <a:xfrm>
            <a:off x="1051560" y="3511296"/>
            <a:ext cx="365760" cy="365760"/>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51560" y="3511296"/>
            <a:ext cx="365760" cy="365760"/>
          </a:xfrm>
          <a:prstGeom prst="rect">
            <a:avLst/>
          </a:prstGeom>
          <a:noFill/>
        </p:spPr>
        <p:txBody>
          <a:bodyPr wrap="square" lIns="9144" rIns="9144" tIns="9144" bIns="9144" anchor="ctr">
            <a:spAutoFit/>
          </a:bodyPr>
          <a:lstStyle/>
          <a:p>
            <a:pPr algn="ctr">
              <a:spcBef>
                <a:spcPts val="0"/>
              </a:spcBef>
              <a:spcAft>
                <a:spcPts val="0"/>
              </a:spcAft>
            </a:pPr>
            <a:r>
              <a:rPr sz="1400" b="1" i="0">
                <a:solidFill>
                  <a:srgbClr val="FFFFFF"/>
                </a:solidFill>
                <a:latin typeface="Arial"/>
              </a:rPr>
              <a:t>2</a:t>
            </a:r>
          </a:p>
        </p:txBody>
      </p:sp>
      <p:sp>
        <p:nvSpPr>
          <p:cNvPr id="19" name="TextBox 18"/>
          <p:cNvSpPr txBox="1"/>
          <p:nvPr/>
        </p:nvSpPr>
        <p:spPr>
          <a:xfrm>
            <a:off x="1618488" y="3538727"/>
            <a:ext cx="3895344" cy="310896"/>
          </a:xfrm>
          <a:prstGeom prst="rect">
            <a:avLst/>
          </a:prstGeom>
          <a:noFill/>
        </p:spPr>
        <p:txBody>
          <a:bodyPr wrap="square" lIns="9144" rIns="9144" tIns="9144" bIns="9144" anchor="ctr">
            <a:spAutoFit/>
          </a:bodyPr>
          <a:lstStyle/>
          <a:p>
            <a:pPr algn="l">
              <a:spcBef>
                <a:spcPts val="0"/>
              </a:spcBef>
              <a:spcAft>
                <a:spcPts val="0"/>
              </a:spcAft>
            </a:pPr>
            <a:r>
              <a:rPr sz="1520" b="0" i="0">
                <a:solidFill>
                  <a:srgbClr val="233039"/>
                </a:solidFill>
                <a:latin typeface="Arial"/>
              </a:rPr>
              <a:t>Copies deadline</a:t>
            </a:r>
          </a:p>
        </p:txBody>
      </p:sp>
      <p:sp>
        <p:nvSpPr>
          <p:cNvPr id="20" name="Oval 19"/>
          <p:cNvSpPr/>
          <p:nvPr/>
        </p:nvSpPr>
        <p:spPr>
          <a:xfrm>
            <a:off x="1051560" y="4261104"/>
            <a:ext cx="365760" cy="365760"/>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4261104"/>
            <a:ext cx="365760" cy="365760"/>
          </a:xfrm>
          <a:prstGeom prst="rect">
            <a:avLst/>
          </a:prstGeom>
          <a:noFill/>
        </p:spPr>
        <p:txBody>
          <a:bodyPr wrap="square" lIns="9144" rIns="9144" tIns="9144" bIns="9144" anchor="ctr">
            <a:spAutoFit/>
          </a:bodyPr>
          <a:lstStyle/>
          <a:p>
            <a:pPr algn="ctr">
              <a:spcBef>
                <a:spcPts val="0"/>
              </a:spcBef>
              <a:spcAft>
                <a:spcPts val="0"/>
              </a:spcAft>
            </a:pPr>
            <a:r>
              <a:rPr sz="1400" b="1" i="0">
                <a:solidFill>
                  <a:srgbClr val="FFFFFF"/>
                </a:solidFill>
                <a:latin typeface="Arial"/>
              </a:rPr>
              <a:t>3</a:t>
            </a:r>
          </a:p>
        </p:txBody>
      </p:sp>
      <p:sp>
        <p:nvSpPr>
          <p:cNvPr id="22" name="TextBox 21"/>
          <p:cNvSpPr txBox="1"/>
          <p:nvPr/>
        </p:nvSpPr>
        <p:spPr>
          <a:xfrm>
            <a:off x="1618488" y="4288536"/>
            <a:ext cx="3895344" cy="310896"/>
          </a:xfrm>
          <a:prstGeom prst="rect">
            <a:avLst/>
          </a:prstGeom>
          <a:noFill/>
        </p:spPr>
        <p:txBody>
          <a:bodyPr wrap="square" lIns="9144" rIns="9144" tIns="9144" bIns="9144" anchor="ctr">
            <a:spAutoFit/>
          </a:bodyPr>
          <a:lstStyle/>
          <a:p>
            <a:pPr algn="l">
              <a:spcBef>
                <a:spcPts val="0"/>
              </a:spcBef>
              <a:spcAft>
                <a:spcPts val="0"/>
              </a:spcAft>
            </a:pPr>
            <a:r>
              <a:rPr sz="1520" b="0" i="0">
                <a:solidFill>
                  <a:srgbClr val="233039"/>
                </a:solidFill>
                <a:latin typeface="Arial"/>
              </a:rPr>
              <a:t>Checks two systems</a:t>
            </a:r>
          </a:p>
        </p:txBody>
      </p:sp>
      <p:sp>
        <p:nvSpPr>
          <p:cNvPr id="23" name="Rounded Rectangle 22"/>
          <p:cNvSpPr/>
          <p:nvPr/>
        </p:nvSpPr>
        <p:spPr>
          <a:xfrm>
            <a:off x="1024128" y="5184648"/>
            <a:ext cx="4608576" cy="384048"/>
          </a:xfrm>
          <a:prstGeom prst="roundRect">
            <a:avLst>
              <a:gd name="adj" fmla="val 13000"/>
            </a:avLst>
          </a:prstGeom>
          <a:solidFill>
            <a:srgbClr val="FB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15568" y="5257800"/>
            <a:ext cx="4453128" cy="237744"/>
          </a:xfrm>
          <a:prstGeom prst="rect">
            <a:avLst/>
          </a:prstGeom>
          <a:noFill/>
        </p:spPr>
        <p:txBody>
          <a:bodyPr wrap="square" lIns="9144" rIns="9144" tIns="9144" bIns="9144" anchor="ctr">
            <a:spAutoFit/>
          </a:bodyPr>
          <a:lstStyle/>
          <a:p>
            <a:pPr algn="ctr">
              <a:spcBef>
                <a:spcPts val="0"/>
              </a:spcBef>
              <a:spcAft>
                <a:spcPts val="0"/>
              </a:spcAft>
            </a:pPr>
            <a:r>
              <a:rPr sz="1330" b="1" i="0">
                <a:solidFill>
                  <a:srgbClr val="CE1C29"/>
                </a:solidFill>
                <a:latin typeface="Arial"/>
              </a:rPr>
              <a:t>Hidden need: fewer manual steps</a:t>
            </a:r>
          </a:p>
        </p:txBody>
      </p:sp>
      <p:sp>
        <p:nvSpPr>
          <p:cNvPr id="25" name="TextBox 24"/>
          <p:cNvSpPr txBox="1"/>
          <p:nvPr/>
        </p:nvSpPr>
        <p:spPr>
          <a:xfrm>
            <a:off x="6437376" y="2103120"/>
            <a:ext cx="4517136" cy="219456"/>
          </a:xfrm>
          <a:prstGeom prst="rect">
            <a:avLst/>
          </a:prstGeom>
          <a:noFill/>
        </p:spPr>
        <p:txBody>
          <a:bodyPr wrap="square" lIns="9144" rIns="9144" tIns="9144" bIns="9144" anchor="ctr">
            <a:spAutoFit/>
          </a:bodyPr>
          <a:lstStyle/>
          <a:p>
            <a:pPr algn="l">
              <a:spcBef>
                <a:spcPts val="0"/>
              </a:spcBef>
              <a:spcAft>
                <a:spcPts val="0"/>
              </a:spcAft>
            </a:pPr>
            <a:r>
              <a:rPr sz="1500" b="1" i="0">
                <a:solidFill>
                  <a:srgbClr val="CE1C29"/>
                </a:solidFill>
                <a:latin typeface="Arial"/>
              </a:rPr>
              <a:t>RESEARCH-GROUNDED PERSONA</a:t>
            </a:r>
          </a:p>
        </p:txBody>
      </p:sp>
      <p:sp>
        <p:nvSpPr>
          <p:cNvPr id="26" name="Oval 25"/>
          <p:cNvSpPr/>
          <p:nvPr/>
        </p:nvSpPr>
        <p:spPr>
          <a:xfrm>
            <a:off x="6501384" y="2651760"/>
            <a:ext cx="960120" cy="960120"/>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0" y="2660904"/>
            <a:ext cx="969264" cy="914400"/>
          </a:xfrm>
          <a:prstGeom prst="rect">
            <a:avLst/>
          </a:prstGeom>
          <a:noFill/>
        </p:spPr>
        <p:txBody>
          <a:bodyPr wrap="square" lIns="9144" rIns="9144" tIns="9144" bIns="9144" anchor="ctr">
            <a:spAutoFit/>
          </a:bodyPr>
          <a:lstStyle/>
          <a:p>
            <a:pPr algn="ctr">
              <a:spcBef>
                <a:spcPts val="0"/>
              </a:spcBef>
              <a:spcAft>
                <a:spcPts val="0"/>
              </a:spcAft>
            </a:pPr>
            <a:r>
              <a:rPr sz="3900" b="1" i="0">
                <a:solidFill>
                  <a:srgbClr val="FFFFFF"/>
                </a:solidFill>
                <a:latin typeface="Arial"/>
              </a:rPr>
              <a:t>J</a:t>
            </a:r>
          </a:p>
        </p:txBody>
      </p:sp>
      <p:sp>
        <p:nvSpPr>
          <p:cNvPr id="28" name="TextBox 27"/>
          <p:cNvSpPr txBox="1"/>
          <p:nvPr/>
        </p:nvSpPr>
        <p:spPr>
          <a:xfrm>
            <a:off x="7671816" y="2734056"/>
            <a:ext cx="3200400" cy="356616"/>
          </a:xfrm>
          <a:prstGeom prst="rect">
            <a:avLst/>
          </a:prstGeom>
          <a:noFill/>
        </p:spPr>
        <p:txBody>
          <a:bodyPr wrap="square" lIns="9144" rIns="9144" tIns="9144" bIns="9144" anchor="ctr">
            <a:spAutoFit/>
          </a:bodyPr>
          <a:lstStyle/>
          <a:p>
            <a:pPr algn="l">
              <a:spcBef>
                <a:spcPts val="0"/>
              </a:spcBef>
              <a:spcAft>
                <a:spcPts val="0"/>
              </a:spcAft>
            </a:pPr>
            <a:r>
              <a:rPr sz="2200" b="1" i="0">
                <a:solidFill>
                  <a:srgbClr val="174877"/>
                </a:solidFill>
                <a:latin typeface="Arial"/>
              </a:rPr>
              <a:t>Jordan</a:t>
            </a:r>
          </a:p>
        </p:txBody>
      </p:sp>
      <p:sp>
        <p:nvSpPr>
          <p:cNvPr id="29" name="TextBox 28"/>
          <p:cNvSpPr txBox="1"/>
          <p:nvPr/>
        </p:nvSpPr>
        <p:spPr>
          <a:xfrm>
            <a:off x="6510528" y="3730752"/>
            <a:ext cx="4498848" cy="292608"/>
          </a:xfrm>
          <a:prstGeom prst="rect">
            <a:avLst/>
          </a:prstGeom>
          <a:noFill/>
        </p:spPr>
        <p:txBody>
          <a:bodyPr wrap="square" lIns="9144" rIns="9144" tIns="9144" bIns="9144" anchor="ctr">
            <a:spAutoFit/>
          </a:bodyPr>
          <a:lstStyle/>
          <a:p>
            <a:pPr algn="l">
              <a:spcBef>
                <a:spcPts val="0"/>
              </a:spcBef>
              <a:spcAft>
                <a:spcPts val="0"/>
              </a:spcAft>
            </a:pPr>
            <a:r>
              <a:rPr sz="1500" b="0" i="0">
                <a:solidFill>
                  <a:srgbClr val="233039"/>
                </a:solidFill>
                <a:latin typeface="Arial"/>
              </a:rPr>
              <a:t>Overwhelmed project manager</a:t>
            </a:r>
          </a:p>
        </p:txBody>
      </p:sp>
      <p:sp>
        <p:nvSpPr>
          <p:cNvPr id="30" name="TextBox 29"/>
          <p:cNvSpPr txBox="1"/>
          <p:nvPr/>
        </p:nvSpPr>
        <p:spPr>
          <a:xfrm>
            <a:off x="6510528" y="4251960"/>
            <a:ext cx="4590288" cy="1069848"/>
          </a:xfrm>
          <a:prstGeom prst="rect">
            <a:avLst/>
          </a:prstGeom>
          <a:noFill/>
        </p:spPr>
        <p:txBody>
          <a:bodyPr wrap="square" lIns="9144" rIns="9144" tIns="9144" bIns="9144" anchor="t">
            <a:spAutoFit/>
          </a:bodyPr>
          <a:lstStyle/>
          <a:p>
            <a:pPr algn="l">
              <a:spcBef>
                <a:spcPts val="0"/>
              </a:spcBef>
              <a:spcAft>
                <a:spcPts val="0"/>
              </a:spcAft>
            </a:pPr>
            <a:r>
              <a:rPr sz="1480" b="0" i="0">
                <a:solidFill>
                  <a:srgbClr val="233039"/>
                </a:solidFill>
                <a:latin typeface="Arial"/>
              </a:rPr>
              <a:t>Goal: Reassign tasks quickly</a:t>
            </a:r>
          </a:p>
          <a:p>
            <a:pPr algn="l">
              <a:spcBef>
                <a:spcPts val="0"/>
              </a:spcBef>
              <a:spcAft>
                <a:spcPts val="0"/>
              </a:spcAft>
            </a:pPr>
            <a:r>
              <a:rPr sz="1480" b="0" i="0">
                <a:solidFill>
                  <a:srgbClr val="233039"/>
                </a:solidFill>
                <a:latin typeface="Arial"/>
              </a:rPr>
              <a:t>Behavior: Uses laptop and phone</a:t>
            </a:r>
          </a:p>
          <a:p>
            <a:pPr algn="l">
              <a:spcBef>
                <a:spcPts val="0"/>
              </a:spcBef>
              <a:spcAft>
                <a:spcPts val="0"/>
              </a:spcAft>
            </a:pPr>
            <a:r>
              <a:rPr sz="1480" b="0" i="0">
                <a:solidFill>
                  <a:srgbClr val="233039"/>
                </a:solidFill>
                <a:latin typeface="Arial"/>
              </a:rPr>
              <a:t>Pain: Too many notifications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2.2  ELICIT</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Documents and prototypes</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Existing evidence and early mockups reveal missing needs.</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pPr algn="r">
              <a:spcBef>
                <a:spcPts val="0"/>
              </a:spcBef>
              <a:spcAft>
                <a:spcPts val="0"/>
              </a:spcAft>
            </a:pPr>
            <a:r>
              <a:rPr sz="900" b="0" i="0">
                <a:solidFill>
                  <a:srgbClr val="69747D"/>
                </a:solidFill>
                <a:latin typeface="Arial"/>
              </a:rPr>
              <a:t>09 / 15</a:t>
            </a:r>
          </a:p>
        </p:txBody>
      </p:sp>
      <p:sp>
        <p:nvSpPr>
          <p:cNvPr id="9" name="Rounded Rectangle 8"/>
          <p:cNvSpPr/>
          <p:nvPr/>
        </p:nvSpPr>
        <p:spPr>
          <a:xfrm>
            <a:off x="836676" y="1897380"/>
            <a:ext cx="5093208" cy="4078224"/>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95528" y="1847088"/>
            <a:ext cx="5093208" cy="4078224"/>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49924" y="1897380"/>
            <a:ext cx="5074920" cy="4078224"/>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08776" y="1847088"/>
            <a:ext cx="5074920" cy="4078224"/>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2121408"/>
            <a:ext cx="4507992" cy="219456"/>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DOCUMENT ANALYSIS</a:t>
            </a:r>
          </a:p>
        </p:txBody>
      </p:sp>
      <p:sp>
        <p:nvSpPr>
          <p:cNvPr id="14" name="TextBox 13"/>
          <p:cNvSpPr txBox="1"/>
          <p:nvPr/>
        </p:nvSpPr>
        <p:spPr>
          <a:xfrm>
            <a:off x="1078992" y="2596896"/>
            <a:ext cx="4389120" cy="365760"/>
          </a:xfrm>
          <a:prstGeom prst="rect">
            <a:avLst/>
          </a:prstGeom>
          <a:noFill/>
        </p:spPr>
        <p:txBody>
          <a:bodyPr wrap="square" lIns="9144" rIns="9144" tIns="9144" bIns="9144" anchor="ctr">
            <a:spAutoFit/>
          </a:bodyPr>
          <a:lstStyle/>
          <a:p>
            <a:pPr algn="l">
              <a:spcBef>
                <a:spcPts val="0"/>
              </a:spcBef>
              <a:spcAft>
                <a:spcPts val="0"/>
              </a:spcAft>
            </a:pPr>
            <a:r>
              <a:rPr sz="1600" b="0" i="0">
                <a:solidFill>
                  <a:srgbClr val="233039"/>
                </a:solidFill>
                <a:latin typeface="Arial"/>
              </a:rPr>
              <a:t>Start with real evidence</a:t>
            </a:r>
          </a:p>
        </p:txBody>
      </p:sp>
      <p:sp>
        <p:nvSpPr>
          <p:cNvPr id="15" name="Oval 14"/>
          <p:cNvSpPr/>
          <p:nvPr/>
        </p:nvSpPr>
        <p:spPr>
          <a:xfrm>
            <a:off x="1060704" y="3227832"/>
            <a:ext cx="164592" cy="164592"/>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1600" y="3163824"/>
            <a:ext cx="4105656" cy="374904"/>
          </a:xfrm>
          <a:prstGeom prst="rect">
            <a:avLst/>
          </a:prstGeom>
          <a:noFill/>
        </p:spPr>
        <p:txBody>
          <a:bodyPr wrap="square" lIns="9144" rIns="9144" tIns="9144" bIns="9144" anchor="ctr">
            <a:spAutoFit/>
          </a:bodyPr>
          <a:lstStyle/>
          <a:p>
            <a:pPr algn="l">
              <a:spcBef>
                <a:spcPts val="0"/>
              </a:spcBef>
              <a:spcAft>
                <a:spcPts val="0"/>
              </a:spcAft>
            </a:pPr>
            <a:r>
              <a:rPr sz="1500" b="0" i="0">
                <a:solidFill>
                  <a:srgbClr val="233039"/>
                </a:solidFill>
                <a:latin typeface="Arial"/>
              </a:rPr>
              <a:t>Process manuals / specifications</a:t>
            </a:r>
          </a:p>
        </p:txBody>
      </p:sp>
      <p:sp>
        <p:nvSpPr>
          <p:cNvPr id="17" name="Oval 16"/>
          <p:cNvSpPr/>
          <p:nvPr/>
        </p:nvSpPr>
        <p:spPr>
          <a:xfrm>
            <a:off x="1060704" y="3931920"/>
            <a:ext cx="164592" cy="164592"/>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71600" y="3867912"/>
            <a:ext cx="4105656" cy="374904"/>
          </a:xfrm>
          <a:prstGeom prst="rect">
            <a:avLst/>
          </a:prstGeom>
          <a:noFill/>
        </p:spPr>
        <p:txBody>
          <a:bodyPr wrap="square" lIns="9144" rIns="9144" tIns="9144" bIns="9144" anchor="ctr">
            <a:spAutoFit/>
          </a:bodyPr>
          <a:lstStyle/>
          <a:p>
            <a:pPr algn="l">
              <a:spcBef>
                <a:spcPts val="0"/>
              </a:spcBef>
              <a:spcAft>
                <a:spcPts val="0"/>
              </a:spcAft>
            </a:pPr>
            <a:r>
              <a:rPr sz="1500" b="0" i="0">
                <a:solidFill>
                  <a:srgbClr val="233039"/>
                </a:solidFill>
                <a:latin typeface="Arial"/>
              </a:rPr>
              <a:t>Support tickets and error logs</a:t>
            </a:r>
          </a:p>
        </p:txBody>
      </p:sp>
      <p:sp>
        <p:nvSpPr>
          <p:cNvPr id="19" name="Oval 18"/>
          <p:cNvSpPr/>
          <p:nvPr/>
        </p:nvSpPr>
        <p:spPr>
          <a:xfrm>
            <a:off x="1060704" y="4636008"/>
            <a:ext cx="164592" cy="164592"/>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1600" y="4572000"/>
            <a:ext cx="4105656" cy="374904"/>
          </a:xfrm>
          <a:prstGeom prst="rect">
            <a:avLst/>
          </a:prstGeom>
          <a:noFill/>
        </p:spPr>
        <p:txBody>
          <a:bodyPr wrap="square" lIns="9144" rIns="9144" tIns="9144" bIns="9144" anchor="ctr">
            <a:spAutoFit/>
          </a:bodyPr>
          <a:lstStyle/>
          <a:p>
            <a:pPr algn="l">
              <a:spcBef>
                <a:spcPts val="0"/>
              </a:spcBef>
              <a:spcAft>
                <a:spcPts val="0"/>
              </a:spcAft>
            </a:pPr>
            <a:r>
              <a:rPr sz="1500" b="0" i="0">
                <a:solidFill>
                  <a:srgbClr val="233039"/>
                </a:solidFill>
                <a:latin typeface="Arial"/>
              </a:rPr>
              <a:t>Company policies / regulations</a:t>
            </a:r>
          </a:p>
        </p:txBody>
      </p:sp>
      <p:sp>
        <p:nvSpPr>
          <p:cNvPr id="21" name="TextBox 20"/>
          <p:cNvSpPr txBox="1"/>
          <p:nvPr/>
        </p:nvSpPr>
        <p:spPr>
          <a:xfrm>
            <a:off x="6473952" y="2121408"/>
            <a:ext cx="4526280" cy="219456"/>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CE1C29"/>
                </a:solidFill>
                <a:latin typeface="Arial"/>
              </a:rPr>
              <a:t>PROTOTYPING</a:t>
            </a:r>
          </a:p>
        </p:txBody>
      </p:sp>
      <p:sp>
        <p:nvSpPr>
          <p:cNvPr id="22" name="TextBox 21"/>
          <p:cNvSpPr txBox="1"/>
          <p:nvPr/>
        </p:nvSpPr>
        <p:spPr>
          <a:xfrm>
            <a:off x="6483096" y="2569464"/>
            <a:ext cx="4489704" cy="347472"/>
          </a:xfrm>
          <a:prstGeom prst="rect">
            <a:avLst/>
          </a:prstGeom>
          <a:noFill/>
        </p:spPr>
        <p:txBody>
          <a:bodyPr wrap="square" lIns="9144" rIns="9144" tIns="9144" bIns="9144" anchor="ctr">
            <a:spAutoFit/>
          </a:bodyPr>
          <a:lstStyle/>
          <a:p>
            <a:pPr algn="l">
              <a:spcBef>
                <a:spcPts val="0"/>
              </a:spcBef>
              <a:spcAft>
                <a:spcPts val="0"/>
              </a:spcAft>
            </a:pPr>
            <a:r>
              <a:rPr sz="1600" b="0" i="0">
                <a:solidFill>
                  <a:srgbClr val="233039"/>
                </a:solidFill>
                <a:latin typeface="Arial"/>
              </a:rPr>
              <a:t>Show ideas before coding</a:t>
            </a:r>
          </a:p>
        </p:txBody>
      </p:sp>
      <p:sp>
        <p:nvSpPr>
          <p:cNvPr id="23" name="Rounded Rectangle 22"/>
          <p:cNvSpPr/>
          <p:nvPr/>
        </p:nvSpPr>
        <p:spPr>
          <a:xfrm>
            <a:off x="6784848" y="3108960"/>
            <a:ext cx="4160520" cy="2340864"/>
          </a:xfrm>
          <a:prstGeom prst="roundRect">
            <a:avLst>
              <a:gd name="adj" fmla="val 13000"/>
            </a:avLst>
          </a:prstGeom>
          <a:solidFill>
            <a:srgbClr val="F7F9FC"/>
          </a:solidFill>
          <a:ln w="12700">
            <a:solidFill>
              <a:srgbClr val="BFCA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784848" y="3108960"/>
            <a:ext cx="4160520" cy="438912"/>
          </a:xfrm>
          <a:prstGeom prst="rect">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86016" y="3182112"/>
            <a:ext cx="3291840" cy="246888"/>
          </a:xfrm>
          <a:prstGeom prst="rect">
            <a:avLst/>
          </a:prstGeom>
          <a:noFill/>
        </p:spPr>
        <p:txBody>
          <a:bodyPr wrap="square" lIns="9144" rIns="9144" tIns="9144" bIns="9144" anchor="ctr">
            <a:spAutoFit/>
          </a:bodyPr>
          <a:lstStyle/>
          <a:p>
            <a:pPr algn="l">
              <a:spcBef>
                <a:spcPts val="0"/>
              </a:spcBef>
              <a:spcAft>
                <a:spcPts val="0"/>
              </a:spcAft>
            </a:pPr>
            <a:r>
              <a:rPr sz="1500" b="1" i="0">
                <a:solidFill>
                  <a:srgbClr val="FFFFFF"/>
                </a:solidFill>
                <a:latin typeface="Arial"/>
              </a:rPr>
              <a:t>Assign task</a:t>
            </a:r>
          </a:p>
        </p:txBody>
      </p:sp>
      <p:sp>
        <p:nvSpPr>
          <p:cNvPr id="26" name="TextBox 25"/>
          <p:cNvSpPr txBox="1"/>
          <p:nvPr/>
        </p:nvSpPr>
        <p:spPr>
          <a:xfrm>
            <a:off x="7031736" y="3749039"/>
            <a:ext cx="3602736" cy="256032"/>
          </a:xfrm>
          <a:prstGeom prst="rect">
            <a:avLst/>
          </a:prstGeom>
          <a:noFill/>
        </p:spPr>
        <p:txBody>
          <a:bodyPr wrap="square" lIns="9144" rIns="9144" tIns="9144" bIns="9144" anchor="ctr">
            <a:spAutoFit/>
          </a:bodyPr>
          <a:lstStyle/>
          <a:p>
            <a:pPr algn="l">
              <a:spcBef>
                <a:spcPts val="0"/>
              </a:spcBef>
              <a:spcAft>
                <a:spcPts val="0"/>
              </a:spcAft>
            </a:pPr>
            <a:r>
              <a:rPr sz="1400" b="0" i="0">
                <a:solidFill>
                  <a:srgbClr val="233039"/>
                </a:solidFill>
                <a:latin typeface="Arial"/>
              </a:rPr>
              <a:t>Task: Fix login issue</a:t>
            </a:r>
          </a:p>
        </p:txBody>
      </p:sp>
      <p:sp>
        <p:nvSpPr>
          <p:cNvPr id="27" name="Rounded Rectangle 26"/>
          <p:cNvSpPr/>
          <p:nvPr/>
        </p:nvSpPr>
        <p:spPr>
          <a:xfrm>
            <a:off x="7031736" y="4169663"/>
            <a:ext cx="3566160" cy="384048"/>
          </a:xfrm>
          <a:prstGeom prst="roundRect">
            <a:avLst>
              <a:gd name="adj" fmla="val 13000"/>
            </a:avLst>
          </a:prstGeom>
          <a:solidFill>
            <a:srgbClr val="FFFFFF"/>
          </a:solidFill>
          <a:ln w="12700">
            <a:solidFill>
              <a:srgbClr val="BFCA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87184" y="4242816"/>
            <a:ext cx="3246120" cy="210312"/>
          </a:xfrm>
          <a:prstGeom prst="rect">
            <a:avLst/>
          </a:prstGeom>
          <a:noFill/>
        </p:spPr>
        <p:txBody>
          <a:bodyPr wrap="square" lIns="9144" rIns="9144" tIns="9144" bIns="9144" anchor="ctr">
            <a:spAutoFit/>
          </a:bodyPr>
          <a:lstStyle/>
          <a:p>
            <a:pPr algn="l">
              <a:spcBef>
                <a:spcPts val="0"/>
              </a:spcBef>
              <a:spcAft>
                <a:spcPts val="0"/>
              </a:spcAft>
            </a:pPr>
            <a:r>
              <a:rPr sz="1280" b="0" i="0">
                <a:solidFill>
                  <a:srgbClr val="233039"/>
                </a:solidFill>
                <a:latin typeface="Arial"/>
              </a:rPr>
              <a:t>Assignee:  Alice  ▾</a:t>
            </a:r>
          </a:p>
        </p:txBody>
      </p:sp>
      <p:sp>
        <p:nvSpPr>
          <p:cNvPr id="29" name="Rounded Rectangle 28"/>
          <p:cNvSpPr/>
          <p:nvPr/>
        </p:nvSpPr>
        <p:spPr>
          <a:xfrm>
            <a:off x="9281160" y="4773168"/>
            <a:ext cx="1335024" cy="411480"/>
          </a:xfrm>
          <a:prstGeom prst="roundRect">
            <a:avLst>
              <a:gd name="adj" fmla="val 13000"/>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72600" y="4855464"/>
            <a:ext cx="1133856" cy="219456"/>
          </a:xfrm>
          <a:prstGeom prst="rect">
            <a:avLst/>
          </a:prstGeom>
          <a:noFill/>
        </p:spPr>
        <p:txBody>
          <a:bodyPr wrap="square" lIns="9144" rIns="9144" tIns="9144" bIns="9144" anchor="ctr">
            <a:spAutoFit/>
          </a:bodyPr>
          <a:lstStyle/>
          <a:p>
            <a:pPr algn="ctr">
              <a:spcBef>
                <a:spcPts val="0"/>
              </a:spcBef>
              <a:spcAft>
                <a:spcPts val="0"/>
              </a:spcAft>
            </a:pPr>
            <a:r>
              <a:rPr sz="1230" b="1" i="0">
                <a:solidFill>
                  <a:srgbClr val="FFFFFF"/>
                </a:solidFill>
                <a:latin typeface="Arial"/>
              </a:rPr>
              <a:t>ASSIGN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2.3  TYPES</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Functional requirements</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WHAT must the system do?</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pPr algn="r">
              <a:spcBef>
                <a:spcPts val="0"/>
              </a:spcBef>
              <a:spcAft>
                <a:spcPts val="0"/>
              </a:spcAft>
            </a:pPr>
            <a:r>
              <a:rPr sz="900" b="0" i="0">
                <a:solidFill>
                  <a:srgbClr val="69747D"/>
                </a:solidFill>
                <a:latin typeface="Arial"/>
              </a:rPr>
              <a:t>10 / 15</a:t>
            </a:r>
          </a:p>
        </p:txBody>
      </p:sp>
      <p:sp>
        <p:nvSpPr>
          <p:cNvPr id="9" name="Rounded Rectangle 8"/>
          <p:cNvSpPr/>
          <p:nvPr/>
        </p:nvSpPr>
        <p:spPr>
          <a:xfrm>
            <a:off x="914400" y="1874519"/>
            <a:ext cx="10341864" cy="914400"/>
          </a:xfrm>
          <a:prstGeom prst="roundRect">
            <a:avLst>
              <a:gd name="adj" fmla="val 13000"/>
            </a:avLst>
          </a:prstGeom>
          <a:solidFill>
            <a:srgbClr val="E2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70432" y="2029968"/>
            <a:ext cx="2743200" cy="219456"/>
          </a:xfrm>
          <a:prstGeom prst="rect">
            <a:avLst/>
          </a:prstGeom>
          <a:noFill/>
        </p:spPr>
        <p:txBody>
          <a:bodyPr wrap="square" lIns="9144" rIns="9144" tIns="9144" bIns="9144" anchor="ctr">
            <a:spAutoFit/>
          </a:bodyPr>
          <a:lstStyle/>
          <a:p>
            <a:pPr algn="l">
              <a:spcBef>
                <a:spcPts val="0"/>
              </a:spcBef>
              <a:spcAft>
                <a:spcPts val="0"/>
              </a:spcAft>
            </a:pPr>
            <a:r>
              <a:rPr sz="1250" b="1" i="0">
                <a:solidFill>
                  <a:srgbClr val="174877"/>
                </a:solidFill>
                <a:latin typeface="Arial"/>
              </a:rPr>
              <a:t>COMMON FORMAT</a:t>
            </a:r>
          </a:p>
        </p:txBody>
      </p:sp>
      <p:sp>
        <p:nvSpPr>
          <p:cNvPr id="11" name="TextBox 10"/>
          <p:cNvSpPr txBox="1"/>
          <p:nvPr/>
        </p:nvSpPr>
        <p:spPr>
          <a:xfrm>
            <a:off x="1207008" y="2304288"/>
            <a:ext cx="9326880" cy="310896"/>
          </a:xfrm>
          <a:prstGeom prst="rect">
            <a:avLst/>
          </a:prstGeom>
          <a:noFill/>
        </p:spPr>
        <p:txBody>
          <a:bodyPr wrap="square" lIns="9144" rIns="9144" tIns="9144" bIns="9144" anchor="ctr">
            <a:spAutoFit/>
          </a:bodyPr>
          <a:lstStyle/>
          <a:p>
            <a:pPr algn="l">
              <a:spcBef>
                <a:spcPts val="0"/>
              </a:spcBef>
              <a:spcAft>
                <a:spcPts val="0"/>
              </a:spcAft>
            </a:pPr>
            <a:r>
              <a:rPr sz="1900" b="1" i="0">
                <a:solidFill>
                  <a:srgbClr val="174877"/>
                </a:solidFill>
                <a:latin typeface="Arial"/>
              </a:rPr>
              <a:t>The system shall  +  action  +  object  +  condition</a:t>
            </a:r>
          </a:p>
        </p:txBody>
      </p:sp>
      <p:sp>
        <p:nvSpPr>
          <p:cNvPr id="12" name="Rounded Rectangle 11"/>
          <p:cNvSpPr/>
          <p:nvPr/>
        </p:nvSpPr>
        <p:spPr>
          <a:xfrm>
            <a:off x="992124" y="3150108"/>
            <a:ext cx="4855464" cy="207568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50976" y="3099816"/>
            <a:ext cx="4855464" cy="207568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50976" y="3099816"/>
            <a:ext cx="73152" cy="2075688"/>
          </a:xfrm>
          <a:prstGeom prst="rect">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3273552"/>
            <a:ext cx="4434840" cy="411480"/>
          </a:xfrm>
          <a:prstGeom prst="rect">
            <a:avLst/>
          </a:prstGeom>
          <a:noFill/>
        </p:spPr>
        <p:txBody>
          <a:bodyPr wrap="square" lIns="9144" rIns="9144" tIns="9144" bIns="9144" anchor="ctr">
            <a:spAutoFit/>
          </a:bodyPr>
          <a:lstStyle/>
          <a:p>
            <a:pPr algn="l">
              <a:spcBef>
                <a:spcPts val="0"/>
              </a:spcBef>
              <a:spcAft>
                <a:spcPts val="0"/>
              </a:spcAft>
            </a:pPr>
            <a:r>
              <a:rPr sz="1800" b="1" i="0">
                <a:solidFill>
                  <a:srgbClr val="174877"/>
                </a:solidFill>
                <a:latin typeface="Arial"/>
              </a:rPr>
              <a:t>01  Create tasks</a:t>
            </a:r>
          </a:p>
        </p:txBody>
      </p:sp>
      <p:sp>
        <p:nvSpPr>
          <p:cNvPr id="16" name="TextBox 15"/>
          <p:cNvSpPr txBox="1"/>
          <p:nvPr/>
        </p:nvSpPr>
        <p:spPr>
          <a:xfrm>
            <a:off x="1188720" y="3813048"/>
            <a:ext cx="4416552" cy="1234440"/>
          </a:xfrm>
          <a:prstGeom prst="rect">
            <a:avLst/>
          </a:prstGeom>
          <a:noFill/>
        </p:spPr>
        <p:txBody>
          <a:bodyPr wrap="square" lIns="9144" rIns="9144" tIns="9144" bIns="9144" anchor="t">
            <a:spAutoFit/>
          </a:bodyPr>
          <a:lstStyle/>
          <a:p>
            <a:pPr algn="l">
              <a:spcBef>
                <a:spcPts val="0"/>
              </a:spcBef>
              <a:spcAft>
                <a:spcPts val="0"/>
              </a:spcAft>
            </a:pPr>
            <a:r>
              <a:rPr sz="1500" b="0" i="0">
                <a:solidFill>
                  <a:srgbClr val="233039"/>
                </a:solidFill>
                <a:latin typeface="Arial"/>
              </a:rPr>
              <a:t>The system shall allow authenticated users to create tasks with a title and due date.</a:t>
            </a:r>
          </a:p>
        </p:txBody>
      </p:sp>
      <p:sp>
        <p:nvSpPr>
          <p:cNvPr id="17" name="Rounded Rectangle 16"/>
          <p:cNvSpPr/>
          <p:nvPr/>
        </p:nvSpPr>
        <p:spPr>
          <a:xfrm>
            <a:off x="6359652" y="3150108"/>
            <a:ext cx="4855464" cy="207568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18504" y="3099816"/>
            <a:ext cx="4855464" cy="207568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18504" y="3099816"/>
            <a:ext cx="73152" cy="2075688"/>
          </a:xfrm>
          <a:prstGeom prst="rect">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56248" y="3273552"/>
            <a:ext cx="4434840" cy="411480"/>
          </a:xfrm>
          <a:prstGeom prst="rect">
            <a:avLst/>
          </a:prstGeom>
          <a:noFill/>
        </p:spPr>
        <p:txBody>
          <a:bodyPr wrap="square" lIns="9144" rIns="9144" tIns="9144" bIns="9144" anchor="ctr">
            <a:spAutoFit/>
          </a:bodyPr>
          <a:lstStyle/>
          <a:p>
            <a:pPr algn="l">
              <a:spcBef>
                <a:spcPts val="0"/>
              </a:spcBef>
              <a:spcAft>
                <a:spcPts val="0"/>
              </a:spcAft>
            </a:pPr>
            <a:r>
              <a:rPr sz="1800" b="1" i="0">
                <a:solidFill>
                  <a:srgbClr val="CE1C29"/>
                </a:solidFill>
                <a:latin typeface="Arial"/>
              </a:rPr>
              <a:t>02  Assign tasks</a:t>
            </a:r>
          </a:p>
        </p:txBody>
      </p:sp>
      <p:sp>
        <p:nvSpPr>
          <p:cNvPr id="21" name="TextBox 20"/>
          <p:cNvSpPr txBox="1"/>
          <p:nvPr/>
        </p:nvSpPr>
        <p:spPr>
          <a:xfrm>
            <a:off x="6556248" y="3813048"/>
            <a:ext cx="4416552" cy="1234440"/>
          </a:xfrm>
          <a:prstGeom prst="rect">
            <a:avLst/>
          </a:prstGeom>
          <a:noFill/>
        </p:spPr>
        <p:txBody>
          <a:bodyPr wrap="square" lIns="9144" rIns="9144" tIns="9144" bIns="9144" anchor="t">
            <a:spAutoFit/>
          </a:bodyPr>
          <a:lstStyle/>
          <a:p>
            <a:pPr algn="l">
              <a:spcBef>
                <a:spcPts val="0"/>
              </a:spcBef>
              <a:spcAft>
                <a:spcPts val="0"/>
              </a:spcAft>
            </a:pPr>
            <a:r>
              <a:rPr sz="1500" b="0" i="0">
                <a:solidFill>
                  <a:srgbClr val="233039"/>
                </a:solidFill>
                <a:latin typeface="Arial"/>
              </a:rPr>
              <a:t>The system shall allow project managers to assign tasks to team members.</a:t>
            </a:r>
          </a:p>
        </p:txBody>
      </p:sp>
      <p:sp>
        <p:nvSpPr>
          <p:cNvPr id="22" name="TextBox 21"/>
          <p:cNvSpPr txBox="1"/>
          <p:nvPr/>
        </p:nvSpPr>
        <p:spPr>
          <a:xfrm>
            <a:off x="2660904" y="5660136"/>
            <a:ext cx="6867144" cy="310896"/>
          </a:xfrm>
          <a:prstGeom prst="rect">
            <a:avLst/>
          </a:prstGeom>
          <a:noFill/>
        </p:spPr>
        <p:txBody>
          <a:bodyPr wrap="square" lIns="9144" rIns="9144" tIns="9144" bIns="9144" anchor="ctr">
            <a:spAutoFit/>
          </a:bodyPr>
          <a:lstStyle/>
          <a:p>
            <a:pPr algn="ctr">
              <a:spcBef>
                <a:spcPts val="0"/>
              </a:spcBef>
              <a:spcAft>
                <a:spcPts val="0"/>
              </a:spcAft>
            </a:pPr>
            <a:r>
              <a:rPr sz="1700" b="1" i="0">
                <a:solidFill>
                  <a:srgbClr val="174877"/>
                </a:solidFill>
                <a:latin typeface="Arial"/>
              </a:rPr>
              <a:t>Specific action  →  observable behavior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2.3  TYPES</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Non-functional requirements</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HOW WELL must the system work?</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pPr algn="r">
              <a:spcBef>
                <a:spcPts val="0"/>
              </a:spcBef>
              <a:spcAft>
                <a:spcPts val="0"/>
              </a:spcAft>
            </a:pPr>
            <a:r>
              <a:rPr sz="900" b="0" i="0">
                <a:solidFill>
                  <a:srgbClr val="69747D"/>
                </a:solidFill>
                <a:latin typeface="Arial"/>
              </a:rPr>
              <a:t>11 / 15</a:t>
            </a:r>
          </a:p>
        </p:txBody>
      </p:sp>
      <p:sp>
        <p:nvSpPr>
          <p:cNvPr id="9" name="Rounded Rectangle 8"/>
          <p:cNvSpPr/>
          <p:nvPr/>
        </p:nvSpPr>
        <p:spPr>
          <a:xfrm>
            <a:off x="836676" y="1906524"/>
            <a:ext cx="2679192" cy="15270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95528" y="1856231"/>
            <a:ext cx="2679192" cy="15270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96696" y="2048255"/>
            <a:ext cx="457200" cy="91440"/>
          </a:xfrm>
          <a:prstGeom prst="roundRect">
            <a:avLst>
              <a:gd name="adj" fmla="val 13000"/>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6696" y="2359152"/>
            <a:ext cx="2295144" cy="347472"/>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Performance</a:t>
            </a:r>
          </a:p>
        </p:txBody>
      </p:sp>
      <p:sp>
        <p:nvSpPr>
          <p:cNvPr id="13" name="TextBox 12"/>
          <p:cNvSpPr txBox="1"/>
          <p:nvPr/>
        </p:nvSpPr>
        <p:spPr>
          <a:xfrm>
            <a:off x="996696" y="2843784"/>
            <a:ext cx="2276856" cy="310896"/>
          </a:xfrm>
          <a:prstGeom prst="rect">
            <a:avLst/>
          </a:prstGeom>
          <a:noFill/>
        </p:spPr>
        <p:txBody>
          <a:bodyPr wrap="square" lIns="9144" rIns="9144" tIns="9144" bIns="9144" anchor="ctr">
            <a:spAutoFit/>
          </a:bodyPr>
          <a:lstStyle/>
          <a:p>
            <a:pPr algn="l">
              <a:spcBef>
                <a:spcPts val="0"/>
              </a:spcBef>
              <a:spcAft>
                <a:spcPts val="0"/>
              </a:spcAft>
            </a:pPr>
            <a:r>
              <a:rPr sz="1300" b="0" i="0">
                <a:solidFill>
                  <a:srgbClr val="69747D"/>
                </a:solidFill>
                <a:latin typeface="Arial"/>
              </a:rPr>
              <a:t>Response time</a:t>
            </a:r>
          </a:p>
        </p:txBody>
      </p:sp>
      <p:sp>
        <p:nvSpPr>
          <p:cNvPr id="14" name="Rounded Rectangle 13"/>
          <p:cNvSpPr/>
          <p:nvPr/>
        </p:nvSpPr>
        <p:spPr>
          <a:xfrm>
            <a:off x="3707891" y="1906524"/>
            <a:ext cx="2679192" cy="15270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66744" y="1856231"/>
            <a:ext cx="2679192" cy="15270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867911" y="2048255"/>
            <a:ext cx="457200" cy="91440"/>
          </a:xfrm>
          <a:prstGeom prst="roundRect">
            <a:avLst>
              <a:gd name="adj" fmla="val 13000"/>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67911" y="2359152"/>
            <a:ext cx="2295144" cy="347472"/>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Reliability</a:t>
            </a:r>
          </a:p>
        </p:txBody>
      </p:sp>
      <p:sp>
        <p:nvSpPr>
          <p:cNvPr id="18" name="TextBox 17"/>
          <p:cNvSpPr txBox="1"/>
          <p:nvPr/>
        </p:nvSpPr>
        <p:spPr>
          <a:xfrm>
            <a:off x="3867911" y="2843784"/>
            <a:ext cx="2276856" cy="310896"/>
          </a:xfrm>
          <a:prstGeom prst="rect">
            <a:avLst/>
          </a:prstGeom>
          <a:noFill/>
        </p:spPr>
        <p:txBody>
          <a:bodyPr wrap="square" lIns="9144" rIns="9144" tIns="9144" bIns="9144" anchor="ctr">
            <a:spAutoFit/>
          </a:bodyPr>
          <a:lstStyle/>
          <a:p>
            <a:pPr algn="l">
              <a:spcBef>
                <a:spcPts val="0"/>
              </a:spcBef>
              <a:spcAft>
                <a:spcPts val="0"/>
              </a:spcAft>
            </a:pPr>
            <a:r>
              <a:rPr sz="1300" b="0" i="0">
                <a:solidFill>
                  <a:srgbClr val="69747D"/>
                </a:solidFill>
                <a:latin typeface="Arial"/>
              </a:rPr>
              <a:t>Uptime</a:t>
            </a:r>
          </a:p>
        </p:txBody>
      </p:sp>
      <p:sp>
        <p:nvSpPr>
          <p:cNvPr id="19" name="Rounded Rectangle 18"/>
          <p:cNvSpPr/>
          <p:nvPr/>
        </p:nvSpPr>
        <p:spPr>
          <a:xfrm>
            <a:off x="6579108" y="1906524"/>
            <a:ext cx="2679192" cy="15270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37960" y="1856231"/>
            <a:ext cx="2679192" cy="15270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739128" y="2048255"/>
            <a:ext cx="457200" cy="91440"/>
          </a:xfrm>
          <a:prstGeom prst="roundRect">
            <a:avLst>
              <a:gd name="adj" fmla="val 13000"/>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39128" y="2359152"/>
            <a:ext cx="2295144" cy="347472"/>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Security</a:t>
            </a:r>
          </a:p>
        </p:txBody>
      </p:sp>
      <p:sp>
        <p:nvSpPr>
          <p:cNvPr id="23" name="TextBox 22"/>
          <p:cNvSpPr txBox="1"/>
          <p:nvPr/>
        </p:nvSpPr>
        <p:spPr>
          <a:xfrm>
            <a:off x="6739128" y="2843784"/>
            <a:ext cx="2276856" cy="310896"/>
          </a:xfrm>
          <a:prstGeom prst="rect">
            <a:avLst/>
          </a:prstGeom>
          <a:noFill/>
        </p:spPr>
        <p:txBody>
          <a:bodyPr wrap="square" lIns="9144" rIns="9144" tIns="9144" bIns="9144" anchor="ctr">
            <a:spAutoFit/>
          </a:bodyPr>
          <a:lstStyle/>
          <a:p>
            <a:pPr algn="l">
              <a:spcBef>
                <a:spcPts val="0"/>
              </a:spcBef>
              <a:spcAft>
                <a:spcPts val="0"/>
              </a:spcAft>
            </a:pPr>
            <a:r>
              <a:rPr sz="1300" b="0" i="0">
                <a:solidFill>
                  <a:srgbClr val="69747D"/>
                </a:solidFill>
                <a:latin typeface="Arial"/>
              </a:rPr>
              <a:t>Data protection</a:t>
            </a:r>
          </a:p>
        </p:txBody>
      </p:sp>
      <p:sp>
        <p:nvSpPr>
          <p:cNvPr id="24" name="Rounded Rectangle 23"/>
          <p:cNvSpPr/>
          <p:nvPr/>
        </p:nvSpPr>
        <p:spPr>
          <a:xfrm>
            <a:off x="9450324" y="1906524"/>
            <a:ext cx="2679192" cy="15270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409176" y="1856231"/>
            <a:ext cx="2679192" cy="15270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610344" y="2048255"/>
            <a:ext cx="457200" cy="91440"/>
          </a:xfrm>
          <a:prstGeom prst="roundRect">
            <a:avLst>
              <a:gd name="adj" fmla="val 13000"/>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10344" y="2359152"/>
            <a:ext cx="2295144" cy="347472"/>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Scalability</a:t>
            </a:r>
          </a:p>
        </p:txBody>
      </p:sp>
      <p:sp>
        <p:nvSpPr>
          <p:cNvPr id="28" name="TextBox 27"/>
          <p:cNvSpPr txBox="1"/>
          <p:nvPr/>
        </p:nvSpPr>
        <p:spPr>
          <a:xfrm>
            <a:off x="9610344" y="2843784"/>
            <a:ext cx="2276856" cy="310896"/>
          </a:xfrm>
          <a:prstGeom prst="rect">
            <a:avLst/>
          </a:prstGeom>
          <a:noFill/>
        </p:spPr>
        <p:txBody>
          <a:bodyPr wrap="square" lIns="9144" rIns="9144" tIns="9144" bIns="9144" anchor="ctr">
            <a:spAutoFit/>
          </a:bodyPr>
          <a:lstStyle/>
          <a:p>
            <a:pPr algn="l">
              <a:spcBef>
                <a:spcPts val="0"/>
              </a:spcBef>
              <a:spcAft>
                <a:spcPts val="0"/>
              </a:spcAft>
            </a:pPr>
            <a:r>
              <a:rPr sz="1300" b="0" i="0">
                <a:solidFill>
                  <a:srgbClr val="69747D"/>
                </a:solidFill>
                <a:latin typeface="Arial"/>
              </a:rPr>
              <a:t>Handle growth</a:t>
            </a:r>
          </a:p>
        </p:txBody>
      </p:sp>
      <p:sp>
        <p:nvSpPr>
          <p:cNvPr id="29" name="Rounded Rectangle 28"/>
          <p:cNvSpPr/>
          <p:nvPr/>
        </p:nvSpPr>
        <p:spPr>
          <a:xfrm>
            <a:off x="836676" y="3717035"/>
            <a:ext cx="2679192" cy="15270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95528" y="3666744"/>
            <a:ext cx="2679192" cy="15270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96696" y="3858768"/>
            <a:ext cx="457200" cy="91440"/>
          </a:xfrm>
          <a:prstGeom prst="roundRect">
            <a:avLst>
              <a:gd name="adj" fmla="val 13000"/>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96696" y="4169663"/>
            <a:ext cx="2295144" cy="347472"/>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Usability</a:t>
            </a:r>
          </a:p>
        </p:txBody>
      </p:sp>
      <p:sp>
        <p:nvSpPr>
          <p:cNvPr id="33" name="TextBox 32"/>
          <p:cNvSpPr txBox="1"/>
          <p:nvPr/>
        </p:nvSpPr>
        <p:spPr>
          <a:xfrm>
            <a:off x="996696" y="4654296"/>
            <a:ext cx="2276856" cy="310896"/>
          </a:xfrm>
          <a:prstGeom prst="rect">
            <a:avLst/>
          </a:prstGeom>
          <a:noFill/>
        </p:spPr>
        <p:txBody>
          <a:bodyPr wrap="square" lIns="9144" rIns="9144" tIns="9144" bIns="9144" anchor="ctr">
            <a:spAutoFit/>
          </a:bodyPr>
          <a:lstStyle/>
          <a:p>
            <a:pPr algn="l">
              <a:spcBef>
                <a:spcPts val="0"/>
              </a:spcBef>
              <a:spcAft>
                <a:spcPts val="0"/>
              </a:spcAft>
            </a:pPr>
            <a:r>
              <a:rPr sz="1300" b="0" i="0">
                <a:solidFill>
                  <a:srgbClr val="69747D"/>
                </a:solidFill>
                <a:latin typeface="Arial"/>
              </a:rPr>
              <a:t>Ease of use</a:t>
            </a:r>
          </a:p>
        </p:txBody>
      </p:sp>
      <p:sp>
        <p:nvSpPr>
          <p:cNvPr id="34" name="Rounded Rectangle 33"/>
          <p:cNvSpPr/>
          <p:nvPr/>
        </p:nvSpPr>
        <p:spPr>
          <a:xfrm>
            <a:off x="3707891" y="3717035"/>
            <a:ext cx="2679192" cy="15270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3666744" y="3666744"/>
            <a:ext cx="2679192" cy="15270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867911" y="3858768"/>
            <a:ext cx="457200" cy="91440"/>
          </a:xfrm>
          <a:prstGeom prst="roundRect">
            <a:avLst>
              <a:gd name="adj" fmla="val 13000"/>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867911" y="4169663"/>
            <a:ext cx="2295144" cy="347472"/>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Maintainability</a:t>
            </a:r>
          </a:p>
        </p:txBody>
      </p:sp>
      <p:sp>
        <p:nvSpPr>
          <p:cNvPr id="38" name="TextBox 37"/>
          <p:cNvSpPr txBox="1"/>
          <p:nvPr/>
        </p:nvSpPr>
        <p:spPr>
          <a:xfrm>
            <a:off x="3867911" y="4654296"/>
            <a:ext cx="2276856" cy="310896"/>
          </a:xfrm>
          <a:prstGeom prst="rect">
            <a:avLst/>
          </a:prstGeom>
          <a:noFill/>
        </p:spPr>
        <p:txBody>
          <a:bodyPr wrap="square" lIns="9144" rIns="9144" tIns="9144" bIns="9144" anchor="ctr">
            <a:spAutoFit/>
          </a:bodyPr>
          <a:lstStyle/>
          <a:p>
            <a:pPr algn="l">
              <a:spcBef>
                <a:spcPts val="0"/>
              </a:spcBef>
              <a:spcAft>
                <a:spcPts val="0"/>
              </a:spcAft>
            </a:pPr>
            <a:r>
              <a:rPr sz="1300" b="0" i="0">
                <a:solidFill>
                  <a:srgbClr val="69747D"/>
                </a:solidFill>
                <a:latin typeface="Arial"/>
              </a:rPr>
              <a:t>Ease of change</a:t>
            </a:r>
          </a:p>
        </p:txBody>
      </p:sp>
      <p:sp>
        <p:nvSpPr>
          <p:cNvPr id="39" name="Rounded Rectangle 38"/>
          <p:cNvSpPr/>
          <p:nvPr/>
        </p:nvSpPr>
        <p:spPr>
          <a:xfrm>
            <a:off x="6579108" y="3717035"/>
            <a:ext cx="2679192" cy="15270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537960" y="3666744"/>
            <a:ext cx="2679192" cy="15270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6739128" y="3858768"/>
            <a:ext cx="457200" cy="91440"/>
          </a:xfrm>
          <a:prstGeom prst="roundRect">
            <a:avLst>
              <a:gd name="adj" fmla="val 13000"/>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39128" y="4169663"/>
            <a:ext cx="2295144" cy="347472"/>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Portability</a:t>
            </a:r>
          </a:p>
        </p:txBody>
      </p:sp>
      <p:sp>
        <p:nvSpPr>
          <p:cNvPr id="43" name="TextBox 42"/>
          <p:cNvSpPr txBox="1"/>
          <p:nvPr/>
        </p:nvSpPr>
        <p:spPr>
          <a:xfrm>
            <a:off x="6739128" y="4654296"/>
            <a:ext cx="2276856" cy="310896"/>
          </a:xfrm>
          <a:prstGeom prst="rect">
            <a:avLst/>
          </a:prstGeom>
          <a:noFill/>
        </p:spPr>
        <p:txBody>
          <a:bodyPr wrap="square" lIns="9144" rIns="9144" tIns="9144" bIns="9144" anchor="ctr">
            <a:spAutoFit/>
          </a:bodyPr>
          <a:lstStyle/>
          <a:p>
            <a:pPr algn="l">
              <a:spcBef>
                <a:spcPts val="0"/>
              </a:spcBef>
              <a:spcAft>
                <a:spcPts val="0"/>
              </a:spcAft>
            </a:pPr>
            <a:r>
              <a:rPr sz="1300" b="0" i="0">
                <a:solidFill>
                  <a:srgbClr val="69747D"/>
                </a:solidFill>
                <a:latin typeface="Arial"/>
              </a:rPr>
              <a:t>Run in new settings</a:t>
            </a:r>
          </a:p>
        </p:txBody>
      </p:sp>
      <p:sp>
        <p:nvSpPr>
          <p:cNvPr id="44" name="Rounded Rectangle 43"/>
          <p:cNvSpPr/>
          <p:nvPr/>
        </p:nvSpPr>
        <p:spPr>
          <a:xfrm>
            <a:off x="9450324" y="3717035"/>
            <a:ext cx="2679192" cy="152704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9409176" y="3666744"/>
            <a:ext cx="2679192" cy="152704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610344" y="3858768"/>
            <a:ext cx="457200" cy="91440"/>
          </a:xfrm>
          <a:prstGeom prst="roundRect">
            <a:avLst>
              <a:gd name="adj" fmla="val 13000"/>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610344" y="4169663"/>
            <a:ext cx="2295144" cy="347472"/>
          </a:xfrm>
          <a:prstGeom prst="rect">
            <a:avLst/>
          </a:prstGeom>
          <a:noFill/>
        </p:spPr>
        <p:txBody>
          <a:bodyPr wrap="square" lIns="9144" rIns="9144" tIns="9144" bIns="9144" anchor="ctr">
            <a:spAutoFit/>
          </a:bodyPr>
          <a:lstStyle/>
          <a:p>
            <a:pPr algn="l">
              <a:spcBef>
                <a:spcPts val="0"/>
              </a:spcBef>
              <a:spcAft>
                <a:spcPts val="0"/>
              </a:spcAft>
            </a:pPr>
            <a:r>
              <a:rPr sz="1600" b="1" i="0">
                <a:solidFill>
                  <a:srgbClr val="174877"/>
                </a:solidFill>
                <a:latin typeface="Arial"/>
              </a:rPr>
              <a:t>Compliance</a:t>
            </a:r>
          </a:p>
        </p:txBody>
      </p:sp>
      <p:sp>
        <p:nvSpPr>
          <p:cNvPr id="48" name="TextBox 47"/>
          <p:cNvSpPr txBox="1"/>
          <p:nvPr/>
        </p:nvSpPr>
        <p:spPr>
          <a:xfrm>
            <a:off x="9610344" y="4654296"/>
            <a:ext cx="2276856" cy="310896"/>
          </a:xfrm>
          <a:prstGeom prst="rect">
            <a:avLst/>
          </a:prstGeom>
          <a:noFill/>
        </p:spPr>
        <p:txBody>
          <a:bodyPr wrap="square" lIns="9144" rIns="9144" tIns="9144" bIns="9144" anchor="ctr">
            <a:spAutoFit/>
          </a:bodyPr>
          <a:lstStyle/>
          <a:p>
            <a:pPr algn="l">
              <a:spcBef>
                <a:spcPts val="0"/>
              </a:spcBef>
              <a:spcAft>
                <a:spcPts val="0"/>
              </a:spcAft>
            </a:pPr>
            <a:r>
              <a:rPr sz="1300" b="0" i="0">
                <a:solidFill>
                  <a:srgbClr val="69747D"/>
                </a:solidFill>
                <a:latin typeface="Arial"/>
              </a:rPr>
              <a:t>Follow regulations</a:t>
            </a:r>
          </a:p>
        </p:txBody>
      </p:sp>
      <p:sp>
        <p:nvSpPr>
          <p:cNvPr id="49" name="TextBox 48"/>
          <p:cNvSpPr txBox="1"/>
          <p:nvPr/>
        </p:nvSpPr>
        <p:spPr>
          <a:xfrm>
            <a:off x="1115568" y="5751576"/>
            <a:ext cx="10040112" cy="329184"/>
          </a:xfrm>
          <a:prstGeom prst="rect">
            <a:avLst/>
          </a:prstGeom>
          <a:noFill/>
        </p:spPr>
        <p:txBody>
          <a:bodyPr wrap="square" lIns="9144" rIns="9144" tIns="9144" bIns="9144" anchor="ctr">
            <a:spAutoFit/>
          </a:bodyPr>
          <a:lstStyle/>
          <a:p>
            <a:pPr algn="ctr">
              <a:spcBef>
                <a:spcPts val="0"/>
              </a:spcBef>
              <a:spcAft>
                <a:spcPts val="0"/>
              </a:spcAft>
            </a:pPr>
            <a:r>
              <a:rPr sz="1410" b="1" i="0">
                <a:solidFill>
                  <a:srgbClr val="CE1C29"/>
                </a:solidFill>
                <a:latin typeface="Arial"/>
              </a:rPr>
              <a:t>Correct features alone are not enough if the system is slow, unreliable, or unsafe.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2.3  TYPES</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Make quality measurable</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Replace vague wishes with testable targets.</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pPr algn="r">
              <a:spcBef>
                <a:spcPts val="0"/>
              </a:spcBef>
              <a:spcAft>
                <a:spcPts val="0"/>
              </a:spcAft>
            </a:pPr>
            <a:r>
              <a:rPr sz="900" b="0" i="0">
                <a:solidFill>
                  <a:srgbClr val="69747D"/>
                </a:solidFill>
                <a:latin typeface="Arial"/>
              </a:rPr>
              <a:t>12 / 15</a:t>
            </a:r>
          </a:p>
        </p:txBody>
      </p:sp>
      <p:sp>
        <p:nvSpPr>
          <p:cNvPr id="9" name="Rounded Rectangle 8"/>
          <p:cNvSpPr/>
          <p:nvPr/>
        </p:nvSpPr>
        <p:spPr>
          <a:xfrm>
            <a:off x="882396" y="1915668"/>
            <a:ext cx="5001768" cy="331012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41248" y="1865376"/>
            <a:ext cx="5001768" cy="3310128"/>
          </a:xfrm>
          <a:prstGeom prst="roundRect">
            <a:avLst>
              <a:gd name="adj" fmla="val 13000"/>
            </a:avLst>
          </a:prstGeom>
          <a:solidFill>
            <a:srgbClr val="FBE7E9"/>
          </a:solidFill>
          <a:ln w="12700">
            <a:solidFill>
              <a:srgbClr val="EBD3D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86500" y="1915668"/>
            <a:ext cx="5001768" cy="331012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45352" y="1865376"/>
            <a:ext cx="5001768" cy="3310128"/>
          </a:xfrm>
          <a:prstGeom prst="roundRect">
            <a:avLst>
              <a:gd name="adj" fmla="val 13000"/>
            </a:avLst>
          </a:prstGeom>
          <a:solidFill>
            <a:srgbClr val="E6F3EC"/>
          </a:solidFill>
          <a:ln w="12700">
            <a:solidFill>
              <a:srgbClr val="D4E5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24712" y="2130552"/>
            <a:ext cx="4389120" cy="219456"/>
          </a:xfrm>
          <a:prstGeom prst="rect">
            <a:avLst/>
          </a:prstGeom>
          <a:noFill/>
        </p:spPr>
        <p:txBody>
          <a:bodyPr wrap="square" lIns="9144" rIns="9144" tIns="9144" bIns="9144" anchor="ctr">
            <a:spAutoFit/>
          </a:bodyPr>
          <a:lstStyle/>
          <a:p>
            <a:pPr algn="l">
              <a:spcBef>
                <a:spcPts val="0"/>
              </a:spcBef>
              <a:spcAft>
                <a:spcPts val="0"/>
              </a:spcAft>
            </a:pPr>
            <a:r>
              <a:rPr sz="1800" b="1" i="0">
                <a:solidFill>
                  <a:srgbClr val="CE1C29"/>
                </a:solidFill>
                <a:latin typeface="Arial"/>
              </a:rPr>
              <a:t>TOO VAGUE</a:t>
            </a:r>
          </a:p>
        </p:txBody>
      </p:sp>
      <p:sp>
        <p:nvSpPr>
          <p:cNvPr id="14" name="TextBox 13"/>
          <p:cNvSpPr txBox="1"/>
          <p:nvPr/>
        </p:nvSpPr>
        <p:spPr>
          <a:xfrm>
            <a:off x="1124712" y="2852928"/>
            <a:ext cx="4462272" cy="1243584"/>
          </a:xfrm>
          <a:prstGeom prst="rect">
            <a:avLst/>
          </a:prstGeom>
          <a:noFill/>
        </p:spPr>
        <p:txBody>
          <a:bodyPr wrap="square" lIns="9144" rIns="9144" tIns="9144" bIns="9144" anchor="ctr">
            <a:spAutoFit/>
          </a:bodyPr>
          <a:lstStyle/>
          <a:p>
            <a:pPr algn="l">
              <a:spcBef>
                <a:spcPts val="0"/>
              </a:spcBef>
              <a:spcAft>
                <a:spcPts val="0"/>
              </a:spcAft>
            </a:pPr>
            <a:r>
              <a:rPr sz="2200" b="1" i="0">
                <a:solidFill>
                  <a:srgbClr val="233039"/>
                </a:solidFill>
                <a:latin typeface="Arial"/>
              </a:rPr>
              <a:t>“The system</a:t>
            </a:r>
          </a:p>
          <a:p>
            <a:pPr algn="l">
              <a:spcBef>
                <a:spcPts val="0"/>
              </a:spcBef>
              <a:spcAft>
                <a:spcPts val="0"/>
              </a:spcAft>
            </a:pPr>
            <a:r>
              <a:rPr sz="2200" b="1" i="0">
                <a:solidFill>
                  <a:srgbClr val="233039"/>
                </a:solidFill>
                <a:latin typeface="Arial"/>
              </a:rPr>
              <a:t>should be fast.”</a:t>
            </a:r>
          </a:p>
        </p:txBody>
      </p:sp>
      <p:sp>
        <p:nvSpPr>
          <p:cNvPr id="15" name="TextBox 14"/>
          <p:cNvSpPr txBox="1"/>
          <p:nvPr/>
        </p:nvSpPr>
        <p:spPr>
          <a:xfrm>
            <a:off x="6510528" y="2130552"/>
            <a:ext cx="4434840" cy="219456"/>
          </a:xfrm>
          <a:prstGeom prst="rect">
            <a:avLst/>
          </a:prstGeom>
          <a:noFill/>
        </p:spPr>
        <p:txBody>
          <a:bodyPr wrap="square" lIns="9144" rIns="9144" tIns="9144" bIns="9144" anchor="ctr">
            <a:spAutoFit/>
          </a:bodyPr>
          <a:lstStyle/>
          <a:p>
            <a:pPr algn="l">
              <a:spcBef>
                <a:spcPts val="0"/>
              </a:spcBef>
              <a:spcAft>
                <a:spcPts val="0"/>
              </a:spcAft>
            </a:pPr>
            <a:r>
              <a:rPr sz="1800" b="1" i="0">
                <a:solidFill>
                  <a:srgbClr val="217B57"/>
                </a:solidFill>
                <a:latin typeface="Arial"/>
              </a:rPr>
              <a:t>MEASURABLE</a:t>
            </a:r>
          </a:p>
        </p:txBody>
      </p:sp>
      <p:sp>
        <p:nvSpPr>
          <p:cNvPr id="16" name="TextBox 15"/>
          <p:cNvSpPr txBox="1"/>
          <p:nvPr/>
        </p:nvSpPr>
        <p:spPr>
          <a:xfrm>
            <a:off x="6510528" y="2816352"/>
            <a:ext cx="4471416" cy="1463040"/>
          </a:xfrm>
          <a:prstGeom prst="rect">
            <a:avLst/>
          </a:prstGeom>
          <a:noFill/>
        </p:spPr>
        <p:txBody>
          <a:bodyPr wrap="square" lIns="9144" rIns="9144" tIns="9144" bIns="9144" anchor="ctr">
            <a:spAutoFit/>
          </a:bodyPr>
          <a:lstStyle/>
          <a:p>
            <a:pPr algn="l">
              <a:spcBef>
                <a:spcPts val="0"/>
              </a:spcBef>
              <a:spcAft>
                <a:spcPts val="0"/>
              </a:spcAft>
            </a:pPr>
            <a:r>
              <a:rPr sz="2000" b="1" i="0">
                <a:solidFill>
                  <a:srgbClr val="233039"/>
                </a:solidFill>
                <a:latin typeface="Arial"/>
              </a:rPr>
              <a:t>95% of API requests</a:t>
            </a:r>
          </a:p>
          <a:p>
            <a:pPr algn="l">
              <a:spcBef>
                <a:spcPts val="0"/>
              </a:spcBef>
              <a:spcAft>
                <a:spcPts val="0"/>
              </a:spcAft>
            </a:pPr>
            <a:r>
              <a:rPr sz="2000" b="1" i="0">
                <a:solidFill>
                  <a:srgbClr val="233039"/>
                </a:solidFill>
                <a:latin typeface="Arial"/>
              </a:rPr>
              <a:t>within 200 ms</a:t>
            </a:r>
          </a:p>
          <a:p>
            <a:pPr algn="l">
              <a:spcBef>
                <a:spcPts val="0"/>
              </a:spcBef>
              <a:spcAft>
                <a:spcPts val="0"/>
              </a:spcAft>
            </a:pPr>
            <a:r>
              <a:rPr sz="2000" b="1" i="0">
                <a:solidFill>
                  <a:srgbClr val="233039"/>
                </a:solidFill>
                <a:latin typeface="Arial"/>
              </a:rPr>
              <a:t>at 1,000 concurrent users</a:t>
            </a:r>
          </a:p>
        </p:txBody>
      </p:sp>
      <p:sp>
        <p:nvSpPr>
          <p:cNvPr id="17" name="Rounded Rectangle 16"/>
          <p:cNvSpPr/>
          <p:nvPr/>
        </p:nvSpPr>
        <p:spPr>
          <a:xfrm>
            <a:off x="1508760" y="5458968"/>
            <a:ext cx="9107424" cy="530352"/>
          </a:xfrm>
          <a:prstGeom prst="roundRect">
            <a:avLst>
              <a:gd name="adj" fmla="val 13000"/>
            </a:avLst>
          </a:prstGeom>
          <a:solidFill>
            <a:srgbClr val="E2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64792" y="5586984"/>
            <a:ext cx="8650224" cy="256032"/>
          </a:xfrm>
          <a:prstGeom prst="rect">
            <a:avLst/>
          </a:prstGeom>
          <a:noFill/>
        </p:spPr>
        <p:txBody>
          <a:bodyPr wrap="square" lIns="9144" rIns="9144" tIns="9144" bIns="9144" anchor="ctr">
            <a:spAutoFit/>
          </a:bodyPr>
          <a:lstStyle/>
          <a:p>
            <a:pPr algn="ctr">
              <a:spcBef>
                <a:spcPts val="0"/>
              </a:spcBef>
              <a:spcAft>
                <a:spcPts val="0"/>
              </a:spcAft>
            </a:pPr>
            <a:r>
              <a:rPr sz="1639" b="1" i="0">
                <a:solidFill>
                  <a:srgbClr val="174877"/>
                </a:solidFill>
                <a:latin typeface="Arial"/>
              </a:rPr>
              <a:t>Metric   +   Threshold   +   Conditions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2.3  TYPES</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FURPS+ coverage checklist</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A checklist for features, quality, and constraints.</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pPr algn="r">
              <a:spcBef>
                <a:spcPts val="0"/>
              </a:spcBef>
              <a:spcAft>
                <a:spcPts val="0"/>
              </a:spcAft>
            </a:pPr>
            <a:r>
              <a:rPr sz="900" b="0" i="0">
                <a:solidFill>
                  <a:srgbClr val="69747D"/>
                </a:solidFill>
                <a:latin typeface="Arial"/>
              </a:rPr>
              <a:t>13 / 15</a:t>
            </a:r>
          </a:p>
        </p:txBody>
      </p:sp>
      <p:sp>
        <p:nvSpPr>
          <p:cNvPr id="9" name="Rounded Rectangle 8"/>
          <p:cNvSpPr/>
          <p:nvPr/>
        </p:nvSpPr>
        <p:spPr>
          <a:xfrm>
            <a:off x="854964" y="1952244"/>
            <a:ext cx="3593592" cy="160020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13816" y="1901952"/>
            <a:ext cx="3593592" cy="160020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14984" y="2093976"/>
            <a:ext cx="557784" cy="557784"/>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4984" y="2093976"/>
            <a:ext cx="557784" cy="557784"/>
          </a:xfrm>
          <a:prstGeom prst="rect">
            <a:avLst/>
          </a:prstGeom>
          <a:noFill/>
        </p:spPr>
        <p:txBody>
          <a:bodyPr wrap="square" lIns="9144" rIns="9144" tIns="9144" bIns="9144" anchor="ctr">
            <a:spAutoFit/>
          </a:bodyPr>
          <a:lstStyle/>
          <a:p>
            <a:pPr algn="ctr">
              <a:spcBef>
                <a:spcPts val="0"/>
              </a:spcBef>
              <a:spcAft>
                <a:spcPts val="0"/>
              </a:spcAft>
            </a:pPr>
            <a:r>
              <a:rPr sz="2200" b="1" i="0">
                <a:solidFill>
                  <a:srgbClr val="FFFFFF"/>
                </a:solidFill>
                <a:latin typeface="Arial"/>
              </a:rPr>
              <a:t>F</a:t>
            </a:r>
          </a:p>
        </p:txBody>
      </p:sp>
      <p:sp>
        <p:nvSpPr>
          <p:cNvPr id="13" name="TextBox 12"/>
          <p:cNvSpPr txBox="1"/>
          <p:nvPr/>
        </p:nvSpPr>
        <p:spPr>
          <a:xfrm>
            <a:off x="1746504" y="2121408"/>
            <a:ext cx="2468880" cy="347472"/>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Functionality</a:t>
            </a:r>
          </a:p>
        </p:txBody>
      </p:sp>
      <p:sp>
        <p:nvSpPr>
          <p:cNvPr id="14" name="TextBox 13"/>
          <p:cNvSpPr txBox="1"/>
          <p:nvPr/>
        </p:nvSpPr>
        <p:spPr>
          <a:xfrm>
            <a:off x="1014984" y="2843784"/>
            <a:ext cx="3172968" cy="384048"/>
          </a:xfrm>
          <a:prstGeom prst="rect">
            <a:avLst/>
          </a:prstGeom>
          <a:noFill/>
        </p:spPr>
        <p:txBody>
          <a:bodyPr wrap="square" lIns="9144" rIns="9144" tIns="9144" bIns="9144" anchor="ctr">
            <a:spAutoFit/>
          </a:bodyPr>
          <a:lstStyle/>
          <a:p>
            <a:pPr algn="l">
              <a:spcBef>
                <a:spcPts val="0"/>
              </a:spcBef>
              <a:spcAft>
                <a:spcPts val="0"/>
              </a:spcAft>
            </a:pPr>
            <a:r>
              <a:rPr sz="1380" b="0" i="0">
                <a:solidFill>
                  <a:srgbClr val="233039"/>
                </a:solidFill>
                <a:latin typeface="Arial"/>
              </a:rPr>
              <a:t>Features and capabilities</a:t>
            </a:r>
          </a:p>
        </p:txBody>
      </p:sp>
      <p:sp>
        <p:nvSpPr>
          <p:cNvPr id="15" name="Rounded Rectangle 14"/>
          <p:cNvSpPr/>
          <p:nvPr/>
        </p:nvSpPr>
        <p:spPr>
          <a:xfrm>
            <a:off x="4695444" y="1952244"/>
            <a:ext cx="3593592" cy="160020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54296" y="1901952"/>
            <a:ext cx="3593592" cy="160020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855464" y="2093976"/>
            <a:ext cx="557784" cy="557784"/>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55464" y="2093976"/>
            <a:ext cx="557784" cy="557784"/>
          </a:xfrm>
          <a:prstGeom prst="rect">
            <a:avLst/>
          </a:prstGeom>
          <a:noFill/>
        </p:spPr>
        <p:txBody>
          <a:bodyPr wrap="square" lIns="9144" rIns="9144" tIns="9144" bIns="9144" anchor="ctr">
            <a:spAutoFit/>
          </a:bodyPr>
          <a:lstStyle/>
          <a:p>
            <a:pPr algn="ctr">
              <a:spcBef>
                <a:spcPts val="0"/>
              </a:spcBef>
              <a:spcAft>
                <a:spcPts val="0"/>
              </a:spcAft>
            </a:pPr>
            <a:r>
              <a:rPr sz="2200" b="1" i="0">
                <a:solidFill>
                  <a:srgbClr val="FFFFFF"/>
                </a:solidFill>
                <a:latin typeface="Arial"/>
              </a:rPr>
              <a:t>U</a:t>
            </a:r>
          </a:p>
        </p:txBody>
      </p:sp>
      <p:sp>
        <p:nvSpPr>
          <p:cNvPr id="19" name="TextBox 18"/>
          <p:cNvSpPr txBox="1"/>
          <p:nvPr/>
        </p:nvSpPr>
        <p:spPr>
          <a:xfrm>
            <a:off x="5586983" y="2121408"/>
            <a:ext cx="2468880" cy="347472"/>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Usability</a:t>
            </a:r>
          </a:p>
        </p:txBody>
      </p:sp>
      <p:sp>
        <p:nvSpPr>
          <p:cNvPr id="20" name="TextBox 19"/>
          <p:cNvSpPr txBox="1"/>
          <p:nvPr/>
        </p:nvSpPr>
        <p:spPr>
          <a:xfrm>
            <a:off x="4855464" y="2843784"/>
            <a:ext cx="3172968" cy="384048"/>
          </a:xfrm>
          <a:prstGeom prst="rect">
            <a:avLst/>
          </a:prstGeom>
          <a:noFill/>
        </p:spPr>
        <p:txBody>
          <a:bodyPr wrap="square" lIns="9144" rIns="9144" tIns="9144" bIns="9144" anchor="ctr">
            <a:spAutoFit/>
          </a:bodyPr>
          <a:lstStyle/>
          <a:p>
            <a:pPr algn="l">
              <a:spcBef>
                <a:spcPts val="0"/>
              </a:spcBef>
              <a:spcAft>
                <a:spcPts val="0"/>
              </a:spcAft>
            </a:pPr>
            <a:r>
              <a:rPr sz="1380" b="0" i="0">
                <a:solidFill>
                  <a:srgbClr val="233039"/>
                </a:solidFill>
                <a:latin typeface="Arial"/>
              </a:rPr>
              <a:t>User experience</a:t>
            </a:r>
          </a:p>
        </p:txBody>
      </p:sp>
      <p:sp>
        <p:nvSpPr>
          <p:cNvPr id="21" name="Rounded Rectangle 20"/>
          <p:cNvSpPr/>
          <p:nvPr/>
        </p:nvSpPr>
        <p:spPr>
          <a:xfrm>
            <a:off x="8535924" y="1952244"/>
            <a:ext cx="3593592" cy="160020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494776" y="1901952"/>
            <a:ext cx="3593592" cy="160020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695944" y="2093976"/>
            <a:ext cx="557784" cy="557784"/>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95944" y="2093976"/>
            <a:ext cx="557784" cy="557784"/>
          </a:xfrm>
          <a:prstGeom prst="rect">
            <a:avLst/>
          </a:prstGeom>
          <a:noFill/>
        </p:spPr>
        <p:txBody>
          <a:bodyPr wrap="square" lIns="9144" rIns="9144" tIns="9144" bIns="9144" anchor="ctr">
            <a:spAutoFit/>
          </a:bodyPr>
          <a:lstStyle/>
          <a:p>
            <a:pPr algn="ctr">
              <a:spcBef>
                <a:spcPts val="0"/>
              </a:spcBef>
              <a:spcAft>
                <a:spcPts val="0"/>
              </a:spcAft>
            </a:pPr>
            <a:r>
              <a:rPr sz="2200" b="1" i="0">
                <a:solidFill>
                  <a:srgbClr val="FFFFFF"/>
                </a:solidFill>
                <a:latin typeface="Arial"/>
              </a:rPr>
              <a:t>R</a:t>
            </a:r>
          </a:p>
        </p:txBody>
      </p:sp>
      <p:sp>
        <p:nvSpPr>
          <p:cNvPr id="25" name="TextBox 24"/>
          <p:cNvSpPr txBox="1"/>
          <p:nvPr/>
        </p:nvSpPr>
        <p:spPr>
          <a:xfrm>
            <a:off x="9427464" y="2121408"/>
            <a:ext cx="2468880" cy="347472"/>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Reliability</a:t>
            </a:r>
          </a:p>
        </p:txBody>
      </p:sp>
      <p:sp>
        <p:nvSpPr>
          <p:cNvPr id="26" name="TextBox 25"/>
          <p:cNvSpPr txBox="1"/>
          <p:nvPr/>
        </p:nvSpPr>
        <p:spPr>
          <a:xfrm>
            <a:off x="8695944" y="2843784"/>
            <a:ext cx="3172968" cy="384048"/>
          </a:xfrm>
          <a:prstGeom prst="rect">
            <a:avLst/>
          </a:prstGeom>
          <a:noFill/>
        </p:spPr>
        <p:txBody>
          <a:bodyPr wrap="square" lIns="9144" rIns="9144" tIns="9144" bIns="9144" anchor="ctr">
            <a:spAutoFit/>
          </a:bodyPr>
          <a:lstStyle/>
          <a:p>
            <a:pPr algn="l">
              <a:spcBef>
                <a:spcPts val="0"/>
              </a:spcBef>
              <a:spcAft>
                <a:spcPts val="0"/>
              </a:spcAft>
            </a:pPr>
            <a:r>
              <a:rPr sz="1380" b="0" i="0">
                <a:solidFill>
                  <a:srgbClr val="233039"/>
                </a:solidFill>
                <a:latin typeface="Arial"/>
              </a:rPr>
              <a:t>Availability and recovery</a:t>
            </a:r>
          </a:p>
        </p:txBody>
      </p:sp>
      <p:sp>
        <p:nvSpPr>
          <p:cNvPr id="27" name="Rounded Rectangle 26"/>
          <p:cNvSpPr/>
          <p:nvPr/>
        </p:nvSpPr>
        <p:spPr>
          <a:xfrm>
            <a:off x="854964" y="3799331"/>
            <a:ext cx="3593592" cy="160020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13816" y="3749039"/>
            <a:ext cx="3593592" cy="160020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3941063"/>
            <a:ext cx="557784" cy="557784"/>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3941063"/>
            <a:ext cx="557784" cy="557784"/>
          </a:xfrm>
          <a:prstGeom prst="rect">
            <a:avLst/>
          </a:prstGeom>
          <a:noFill/>
        </p:spPr>
        <p:txBody>
          <a:bodyPr wrap="square" lIns="9144" rIns="9144" tIns="9144" bIns="9144" anchor="ctr">
            <a:spAutoFit/>
          </a:bodyPr>
          <a:lstStyle/>
          <a:p>
            <a:pPr algn="ctr">
              <a:spcBef>
                <a:spcPts val="0"/>
              </a:spcBef>
              <a:spcAft>
                <a:spcPts val="0"/>
              </a:spcAft>
            </a:pPr>
            <a:r>
              <a:rPr sz="2200" b="1" i="0">
                <a:solidFill>
                  <a:srgbClr val="FFFFFF"/>
                </a:solidFill>
                <a:latin typeface="Arial"/>
              </a:rPr>
              <a:t>P</a:t>
            </a:r>
          </a:p>
        </p:txBody>
      </p:sp>
      <p:sp>
        <p:nvSpPr>
          <p:cNvPr id="31" name="TextBox 30"/>
          <p:cNvSpPr txBox="1"/>
          <p:nvPr/>
        </p:nvSpPr>
        <p:spPr>
          <a:xfrm>
            <a:off x="1746504" y="3968496"/>
            <a:ext cx="2468880" cy="347472"/>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Performance</a:t>
            </a:r>
          </a:p>
        </p:txBody>
      </p:sp>
      <p:sp>
        <p:nvSpPr>
          <p:cNvPr id="32" name="TextBox 31"/>
          <p:cNvSpPr txBox="1"/>
          <p:nvPr/>
        </p:nvSpPr>
        <p:spPr>
          <a:xfrm>
            <a:off x="1014984" y="4690872"/>
            <a:ext cx="3172968" cy="384048"/>
          </a:xfrm>
          <a:prstGeom prst="rect">
            <a:avLst/>
          </a:prstGeom>
          <a:noFill/>
        </p:spPr>
        <p:txBody>
          <a:bodyPr wrap="square" lIns="9144" rIns="9144" tIns="9144" bIns="9144" anchor="ctr">
            <a:spAutoFit/>
          </a:bodyPr>
          <a:lstStyle/>
          <a:p>
            <a:pPr algn="l">
              <a:spcBef>
                <a:spcPts val="0"/>
              </a:spcBef>
              <a:spcAft>
                <a:spcPts val="0"/>
              </a:spcAft>
            </a:pPr>
            <a:r>
              <a:rPr sz="1380" b="0" i="0">
                <a:solidFill>
                  <a:srgbClr val="233039"/>
                </a:solidFill>
                <a:latin typeface="Arial"/>
              </a:rPr>
              <a:t>Speed and capacity</a:t>
            </a:r>
          </a:p>
        </p:txBody>
      </p:sp>
      <p:sp>
        <p:nvSpPr>
          <p:cNvPr id="33" name="Rounded Rectangle 32"/>
          <p:cNvSpPr/>
          <p:nvPr/>
        </p:nvSpPr>
        <p:spPr>
          <a:xfrm>
            <a:off x="4695444" y="3799331"/>
            <a:ext cx="3593592" cy="160020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654296" y="3749039"/>
            <a:ext cx="3593592" cy="160020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855464" y="3941063"/>
            <a:ext cx="557784" cy="557784"/>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55464" y="3941063"/>
            <a:ext cx="557784" cy="557784"/>
          </a:xfrm>
          <a:prstGeom prst="rect">
            <a:avLst/>
          </a:prstGeom>
          <a:noFill/>
        </p:spPr>
        <p:txBody>
          <a:bodyPr wrap="square" lIns="9144" rIns="9144" tIns="9144" bIns="9144" anchor="ctr">
            <a:spAutoFit/>
          </a:bodyPr>
          <a:lstStyle/>
          <a:p>
            <a:pPr algn="ctr">
              <a:spcBef>
                <a:spcPts val="0"/>
              </a:spcBef>
              <a:spcAft>
                <a:spcPts val="0"/>
              </a:spcAft>
            </a:pPr>
            <a:r>
              <a:rPr sz="2200" b="1" i="0">
                <a:solidFill>
                  <a:srgbClr val="FFFFFF"/>
                </a:solidFill>
                <a:latin typeface="Arial"/>
              </a:rPr>
              <a:t>S</a:t>
            </a:r>
          </a:p>
        </p:txBody>
      </p:sp>
      <p:sp>
        <p:nvSpPr>
          <p:cNvPr id="37" name="TextBox 36"/>
          <p:cNvSpPr txBox="1"/>
          <p:nvPr/>
        </p:nvSpPr>
        <p:spPr>
          <a:xfrm>
            <a:off x="5586983" y="3968496"/>
            <a:ext cx="2468880" cy="347472"/>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Supportability</a:t>
            </a:r>
          </a:p>
        </p:txBody>
      </p:sp>
      <p:sp>
        <p:nvSpPr>
          <p:cNvPr id="38" name="TextBox 37"/>
          <p:cNvSpPr txBox="1"/>
          <p:nvPr/>
        </p:nvSpPr>
        <p:spPr>
          <a:xfrm>
            <a:off x="4855464" y="4690872"/>
            <a:ext cx="3172968" cy="384048"/>
          </a:xfrm>
          <a:prstGeom prst="rect">
            <a:avLst/>
          </a:prstGeom>
          <a:noFill/>
        </p:spPr>
        <p:txBody>
          <a:bodyPr wrap="square" lIns="9144" rIns="9144" tIns="9144" bIns="9144" anchor="ctr">
            <a:spAutoFit/>
          </a:bodyPr>
          <a:lstStyle/>
          <a:p>
            <a:pPr algn="l">
              <a:spcBef>
                <a:spcPts val="0"/>
              </a:spcBef>
              <a:spcAft>
                <a:spcPts val="0"/>
              </a:spcAft>
            </a:pPr>
            <a:r>
              <a:rPr sz="1380" b="0" i="0">
                <a:solidFill>
                  <a:srgbClr val="233039"/>
                </a:solidFill>
                <a:latin typeface="Arial"/>
              </a:rPr>
              <a:t>Testing, changes, portability</a:t>
            </a:r>
          </a:p>
        </p:txBody>
      </p:sp>
      <p:sp>
        <p:nvSpPr>
          <p:cNvPr id="39" name="Rounded Rectangle 38"/>
          <p:cNvSpPr/>
          <p:nvPr/>
        </p:nvSpPr>
        <p:spPr>
          <a:xfrm>
            <a:off x="8535924" y="3799331"/>
            <a:ext cx="3593592" cy="1600200"/>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494776" y="3749039"/>
            <a:ext cx="3593592" cy="1600200"/>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695944" y="3941063"/>
            <a:ext cx="557784" cy="557784"/>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95944" y="3941063"/>
            <a:ext cx="557784" cy="557784"/>
          </a:xfrm>
          <a:prstGeom prst="rect">
            <a:avLst/>
          </a:prstGeom>
          <a:noFill/>
        </p:spPr>
        <p:txBody>
          <a:bodyPr wrap="square" lIns="9144" rIns="9144" tIns="9144" bIns="9144" anchor="ctr">
            <a:spAutoFit/>
          </a:bodyPr>
          <a:lstStyle/>
          <a:p>
            <a:pPr algn="ctr">
              <a:spcBef>
                <a:spcPts val="0"/>
              </a:spcBef>
              <a:spcAft>
                <a:spcPts val="0"/>
              </a:spcAft>
            </a:pPr>
            <a:r>
              <a:rPr sz="2200" b="1" i="0">
                <a:solidFill>
                  <a:srgbClr val="FFFFFF"/>
                </a:solidFill>
                <a:latin typeface="Arial"/>
              </a:rPr>
              <a:t>+</a:t>
            </a:r>
          </a:p>
        </p:txBody>
      </p:sp>
      <p:sp>
        <p:nvSpPr>
          <p:cNvPr id="43" name="TextBox 42"/>
          <p:cNvSpPr txBox="1"/>
          <p:nvPr/>
        </p:nvSpPr>
        <p:spPr>
          <a:xfrm>
            <a:off x="9427464" y="3968496"/>
            <a:ext cx="2468880" cy="347472"/>
          </a:xfrm>
          <a:prstGeom prst="rect">
            <a:avLst/>
          </a:prstGeom>
          <a:noFill/>
        </p:spPr>
        <p:txBody>
          <a:bodyPr wrap="square" lIns="9144" rIns="9144" tIns="9144" bIns="9144" anchor="ctr">
            <a:spAutoFit/>
          </a:bodyPr>
          <a:lstStyle/>
          <a:p>
            <a:pPr algn="l">
              <a:spcBef>
                <a:spcPts val="0"/>
              </a:spcBef>
              <a:spcAft>
                <a:spcPts val="0"/>
              </a:spcAft>
            </a:pPr>
            <a:r>
              <a:rPr sz="1700" b="1" i="0">
                <a:solidFill>
                  <a:srgbClr val="174877"/>
                </a:solidFill>
                <a:latin typeface="Arial"/>
              </a:rPr>
              <a:t>Constraints</a:t>
            </a:r>
          </a:p>
        </p:txBody>
      </p:sp>
      <p:sp>
        <p:nvSpPr>
          <p:cNvPr id="44" name="TextBox 43"/>
          <p:cNvSpPr txBox="1"/>
          <p:nvPr/>
        </p:nvSpPr>
        <p:spPr>
          <a:xfrm>
            <a:off x="8695944" y="4690872"/>
            <a:ext cx="3172968" cy="384048"/>
          </a:xfrm>
          <a:prstGeom prst="rect">
            <a:avLst/>
          </a:prstGeom>
          <a:noFill/>
        </p:spPr>
        <p:txBody>
          <a:bodyPr wrap="square" lIns="9144" rIns="9144" tIns="9144" bIns="9144" anchor="ctr">
            <a:spAutoFit/>
          </a:bodyPr>
          <a:lstStyle/>
          <a:p>
            <a:pPr algn="l">
              <a:spcBef>
                <a:spcPts val="0"/>
              </a:spcBef>
              <a:spcAft>
                <a:spcPts val="0"/>
              </a:spcAft>
            </a:pPr>
            <a:r>
              <a:rPr sz="1380" b="0" i="0">
                <a:solidFill>
                  <a:srgbClr val="233039"/>
                </a:solidFill>
                <a:latin typeface="Arial"/>
              </a:rPr>
              <a:t>Design and technical limits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RECAP</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Quick check: Which type?</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Functional requirement or non-functional requirement?</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pPr algn="r">
              <a:spcBef>
                <a:spcPts val="0"/>
              </a:spcBef>
              <a:spcAft>
                <a:spcPts val="0"/>
              </a:spcAft>
            </a:pPr>
            <a:r>
              <a:rPr sz="900" b="0" i="0">
                <a:solidFill>
                  <a:srgbClr val="69747D"/>
                </a:solidFill>
                <a:latin typeface="Arial"/>
              </a:rPr>
              <a:t>14 / 15</a:t>
            </a:r>
          </a:p>
        </p:txBody>
      </p:sp>
      <p:sp>
        <p:nvSpPr>
          <p:cNvPr id="9" name="Rounded Rectangle 8"/>
          <p:cNvSpPr/>
          <p:nvPr/>
        </p:nvSpPr>
        <p:spPr>
          <a:xfrm>
            <a:off x="891540" y="1961388"/>
            <a:ext cx="10488168" cy="996696"/>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50392" y="1911095"/>
            <a:ext cx="10488168" cy="996696"/>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51560" y="2139696"/>
            <a:ext cx="493776" cy="493776"/>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139696"/>
            <a:ext cx="493776" cy="493776"/>
          </a:xfrm>
          <a:prstGeom prst="rect">
            <a:avLst/>
          </a:prstGeom>
          <a:noFill/>
        </p:spPr>
        <p:txBody>
          <a:bodyPr wrap="square" lIns="9144" rIns="9144" tIns="9144" bIns="9144" anchor="ctr">
            <a:spAutoFit/>
          </a:bodyPr>
          <a:lstStyle/>
          <a:p>
            <a:pPr algn="ctr">
              <a:spcBef>
                <a:spcPts val="0"/>
              </a:spcBef>
              <a:spcAft>
                <a:spcPts val="0"/>
              </a:spcAft>
            </a:pPr>
            <a:r>
              <a:rPr sz="1900" b="1" i="0">
                <a:solidFill>
                  <a:srgbClr val="FFFFFF"/>
                </a:solidFill>
                <a:latin typeface="Arial"/>
              </a:rPr>
              <a:t>1</a:t>
            </a:r>
          </a:p>
        </p:txBody>
      </p:sp>
      <p:sp>
        <p:nvSpPr>
          <p:cNvPr id="13" name="TextBox 12"/>
          <p:cNvSpPr txBox="1"/>
          <p:nvPr/>
        </p:nvSpPr>
        <p:spPr>
          <a:xfrm>
            <a:off x="1828800" y="2203703"/>
            <a:ext cx="9125712" cy="411480"/>
          </a:xfrm>
          <a:prstGeom prst="rect">
            <a:avLst/>
          </a:prstGeom>
          <a:noFill/>
        </p:spPr>
        <p:txBody>
          <a:bodyPr wrap="square" lIns="9144" rIns="9144" tIns="9144" bIns="9144" anchor="ctr">
            <a:spAutoFit/>
          </a:bodyPr>
          <a:lstStyle/>
          <a:p>
            <a:pPr algn="l">
              <a:spcBef>
                <a:spcPts val="0"/>
              </a:spcBef>
              <a:spcAft>
                <a:spcPts val="0"/>
              </a:spcAft>
            </a:pPr>
            <a:r>
              <a:rPr sz="1800" b="0" i="0">
                <a:solidFill>
                  <a:srgbClr val="233039"/>
                </a:solidFill>
                <a:latin typeface="Arial"/>
              </a:rPr>
              <a:t>Users can filter tasks by status.</a:t>
            </a:r>
          </a:p>
        </p:txBody>
      </p:sp>
      <p:sp>
        <p:nvSpPr>
          <p:cNvPr id="14" name="Rounded Rectangle 13"/>
          <p:cNvSpPr/>
          <p:nvPr/>
        </p:nvSpPr>
        <p:spPr>
          <a:xfrm>
            <a:off x="891540" y="3159252"/>
            <a:ext cx="10488168" cy="996696"/>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50392" y="3108960"/>
            <a:ext cx="10488168" cy="996696"/>
          </a:xfrm>
          <a:prstGeom prst="roundRect">
            <a:avLst>
              <a:gd name="adj" fmla="val 13000"/>
            </a:avLst>
          </a:prstGeom>
          <a:solidFill>
            <a:srgbClr val="E2F0FA"/>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51560" y="3337560"/>
            <a:ext cx="493776" cy="493776"/>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337560"/>
            <a:ext cx="493776" cy="493776"/>
          </a:xfrm>
          <a:prstGeom prst="rect">
            <a:avLst/>
          </a:prstGeom>
          <a:noFill/>
        </p:spPr>
        <p:txBody>
          <a:bodyPr wrap="square" lIns="9144" rIns="9144" tIns="9144" bIns="9144" anchor="ctr">
            <a:spAutoFit/>
          </a:bodyPr>
          <a:lstStyle/>
          <a:p>
            <a:pPr algn="ctr">
              <a:spcBef>
                <a:spcPts val="0"/>
              </a:spcBef>
              <a:spcAft>
                <a:spcPts val="0"/>
              </a:spcAft>
            </a:pPr>
            <a:r>
              <a:rPr sz="1900" b="1" i="0">
                <a:solidFill>
                  <a:srgbClr val="FFFFFF"/>
                </a:solidFill>
                <a:latin typeface="Arial"/>
              </a:rPr>
              <a:t>2</a:t>
            </a:r>
          </a:p>
        </p:txBody>
      </p:sp>
      <p:sp>
        <p:nvSpPr>
          <p:cNvPr id="18" name="TextBox 17"/>
          <p:cNvSpPr txBox="1"/>
          <p:nvPr/>
        </p:nvSpPr>
        <p:spPr>
          <a:xfrm>
            <a:off x="1828800" y="3401568"/>
            <a:ext cx="9125712" cy="411480"/>
          </a:xfrm>
          <a:prstGeom prst="rect">
            <a:avLst/>
          </a:prstGeom>
          <a:noFill/>
        </p:spPr>
        <p:txBody>
          <a:bodyPr wrap="square" lIns="9144" rIns="9144" tIns="9144" bIns="9144" anchor="ctr">
            <a:spAutoFit/>
          </a:bodyPr>
          <a:lstStyle/>
          <a:p>
            <a:pPr algn="l">
              <a:spcBef>
                <a:spcPts val="0"/>
              </a:spcBef>
              <a:spcAft>
                <a:spcPts val="0"/>
              </a:spcAft>
            </a:pPr>
            <a:r>
              <a:rPr sz="1800" b="0" i="0">
                <a:solidFill>
                  <a:srgbClr val="233039"/>
                </a:solidFill>
                <a:latin typeface="Arial"/>
              </a:rPr>
              <a:t>The application has 99.9% uptime.</a:t>
            </a:r>
          </a:p>
        </p:txBody>
      </p:sp>
      <p:sp>
        <p:nvSpPr>
          <p:cNvPr id="19" name="Rounded Rectangle 18"/>
          <p:cNvSpPr/>
          <p:nvPr/>
        </p:nvSpPr>
        <p:spPr>
          <a:xfrm>
            <a:off x="891540" y="4357116"/>
            <a:ext cx="10488168" cy="996696"/>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50392" y="4306824"/>
            <a:ext cx="10488168" cy="996696"/>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51560" y="4535424"/>
            <a:ext cx="493776" cy="493776"/>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4535424"/>
            <a:ext cx="493776" cy="493776"/>
          </a:xfrm>
          <a:prstGeom prst="rect">
            <a:avLst/>
          </a:prstGeom>
          <a:noFill/>
        </p:spPr>
        <p:txBody>
          <a:bodyPr wrap="square" lIns="9144" rIns="9144" tIns="9144" bIns="9144" anchor="ctr">
            <a:spAutoFit/>
          </a:bodyPr>
          <a:lstStyle/>
          <a:p>
            <a:pPr algn="ctr">
              <a:spcBef>
                <a:spcPts val="0"/>
              </a:spcBef>
              <a:spcAft>
                <a:spcPts val="0"/>
              </a:spcAft>
            </a:pPr>
            <a:r>
              <a:rPr sz="1900" b="1" i="0">
                <a:solidFill>
                  <a:srgbClr val="FFFFFF"/>
                </a:solidFill>
                <a:latin typeface="Arial"/>
              </a:rPr>
              <a:t>3</a:t>
            </a:r>
          </a:p>
        </p:txBody>
      </p:sp>
      <p:sp>
        <p:nvSpPr>
          <p:cNvPr id="23" name="TextBox 22"/>
          <p:cNvSpPr txBox="1"/>
          <p:nvPr/>
        </p:nvSpPr>
        <p:spPr>
          <a:xfrm>
            <a:off x="1828800" y="4599432"/>
            <a:ext cx="9125712" cy="411480"/>
          </a:xfrm>
          <a:prstGeom prst="rect">
            <a:avLst/>
          </a:prstGeom>
          <a:noFill/>
        </p:spPr>
        <p:txBody>
          <a:bodyPr wrap="square" lIns="9144" rIns="9144" tIns="9144" bIns="9144" anchor="ctr">
            <a:spAutoFit/>
          </a:bodyPr>
          <a:lstStyle/>
          <a:p>
            <a:pPr algn="l">
              <a:spcBef>
                <a:spcPts val="0"/>
              </a:spcBef>
              <a:spcAft>
                <a:spcPts val="0"/>
              </a:spcAft>
            </a:pPr>
            <a:r>
              <a:rPr sz="1800" b="0" i="0">
                <a:solidFill>
                  <a:srgbClr val="233039"/>
                </a:solidFill>
                <a:latin typeface="Arial"/>
              </a:rPr>
              <a:t>Managers can assign tasks to members.</a:t>
            </a:r>
          </a:p>
        </p:txBody>
      </p:sp>
      <p:sp>
        <p:nvSpPr>
          <p:cNvPr id="24" name="TextBox 23"/>
          <p:cNvSpPr txBox="1"/>
          <p:nvPr/>
        </p:nvSpPr>
        <p:spPr>
          <a:xfrm>
            <a:off x="1316736" y="5852160"/>
            <a:ext cx="9601200" cy="265176"/>
          </a:xfrm>
          <a:prstGeom prst="rect">
            <a:avLst/>
          </a:prstGeom>
          <a:noFill/>
        </p:spPr>
        <p:txBody>
          <a:bodyPr wrap="square" lIns="9144" rIns="9144" tIns="9144" bIns="9144" anchor="ctr">
            <a:spAutoFit/>
          </a:bodyPr>
          <a:lstStyle/>
          <a:p>
            <a:pPr algn="ctr">
              <a:spcBef>
                <a:spcPts val="0"/>
              </a:spcBef>
              <a:spcAft>
                <a:spcPts val="0"/>
              </a:spcAft>
            </a:pPr>
            <a:r>
              <a:rPr sz="1400" b="1" i="0">
                <a:solidFill>
                  <a:srgbClr val="CE1C29"/>
                </a:solidFill>
                <a:latin typeface="Arial"/>
              </a:rPr>
              <a:t>Hint: Is it a feature, or is it a quality of the system?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786384" y="173736"/>
            <a:ext cx="1417320" cy="365760"/>
          </a:xfrm>
          <a:prstGeom prst="rect">
            <a:avLst/>
          </a:prstGeom>
          <a:noFill/>
        </p:spPr>
        <p:txBody>
          <a:bodyPr wrap="square" lIns="9144" rIns="9144" tIns="9144" bIns="9144" anchor="ctr">
            <a:spAutoFit/>
          </a:bodyPr>
          <a:lstStyle/>
          <a:p>
            <a:pPr algn="l">
              <a:spcBef>
                <a:spcPts val="0"/>
              </a:spcBef>
              <a:spcAft>
                <a:spcPts val="0"/>
              </a:spcAft>
            </a:pPr>
            <a:r>
              <a:rPr sz="1120" b="1" i="0">
                <a:solidFill>
                  <a:srgbClr val="FFFFFF"/>
                </a:solidFill>
                <a:latin typeface="Arial"/>
              </a:rPr>
              <a:t>RECAP</a:t>
            </a:r>
          </a:p>
        </p:txBody>
      </p:sp>
      <p:sp>
        <p:nvSpPr>
          <p:cNvPr id="4" name="TextBox 3"/>
          <p:cNvSpPr txBox="1"/>
          <p:nvPr/>
        </p:nvSpPr>
        <p:spPr>
          <a:xfrm>
            <a:off x="2359152" y="82296"/>
            <a:ext cx="9235440" cy="557784"/>
          </a:xfrm>
          <a:prstGeom prst="rect">
            <a:avLst/>
          </a:prstGeom>
          <a:noFill/>
        </p:spPr>
        <p:txBody>
          <a:bodyPr wrap="square" lIns="9144" rIns="9144" tIns="9144" bIns="9144" anchor="ctr">
            <a:spAutoFit/>
          </a:bodyPr>
          <a:lstStyle/>
          <a:p>
            <a:pPr algn="l">
              <a:spcBef>
                <a:spcPts val="0"/>
              </a:spcBef>
              <a:spcAft>
                <a:spcPts val="0"/>
              </a:spcAft>
            </a:pPr>
            <a:r>
              <a:rPr sz="2540" b="1" i="0">
                <a:solidFill>
                  <a:srgbClr val="FFFFFF"/>
                </a:solidFill>
                <a:latin typeface="Arial"/>
              </a:rPr>
              <a:t>Three takeaways</a:t>
            </a:r>
          </a:p>
        </p:txBody>
      </p:sp>
      <p:sp>
        <p:nvSpPr>
          <p:cNvPr id="5" name="TextBox 4"/>
          <p:cNvSpPr txBox="1"/>
          <p:nvPr/>
        </p:nvSpPr>
        <p:spPr>
          <a:xfrm>
            <a:off x="758952" y="1271016"/>
            <a:ext cx="10789920" cy="356616"/>
          </a:xfrm>
          <a:prstGeom prst="rect">
            <a:avLst/>
          </a:prstGeom>
          <a:noFill/>
        </p:spPr>
        <p:txBody>
          <a:bodyPr wrap="square" lIns="9144" rIns="9144" tIns="9144" bIns="9144" anchor="ctr">
            <a:spAutoFit/>
          </a:bodyPr>
          <a:lstStyle/>
          <a:p>
            <a:pPr algn="l">
              <a:spcBef>
                <a:spcPts val="0"/>
              </a:spcBef>
              <a:spcAft>
                <a:spcPts val="0"/>
              </a:spcAft>
            </a:pPr>
            <a:r>
              <a:rPr sz="1320" b="0" i="0">
                <a:solidFill>
                  <a:srgbClr val="69747D"/>
                </a:solidFill>
                <a:latin typeface="Arial"/>
              </a:rPr>
              <a:t>Discover needs. Specify behavior. Define quality.</a:t>
            </a:r>
          </a:p>
        </p:txBody>
      </p:sp>
      <p:sp>
        <p:nvSpPr>
          <p:cNvPr id="6" name="Rectangle 5"/>
          <p:cNvSpPr/>
          <p:nvPr/>
        </p:nvSpPr>
        <p:spPr>
          <a:xfrm>
            <a:off x="768096" y="6318504"/>
            <a:ext cx="10716768" cy="10972"/>
          </a:xfrm>
          <a:prstGeom prst="rect">
            <a:avLst/>
          </a:prstGeom>
          <a:solidFill>
            <a:srgbClr val="E2E6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6373368"/>
            <a:ext cx="9966960" cy="182880"/>
          </a:xfrm>
          <a:prstGeom prst="rect">
            <a:avLst/>
          </a:prstGeom>
          <a:noFill/>
        </p:spPr>
        <p:txBody>
          <a:bodyPr wrap="square" lIns="9144" rIns="9144" tIns="9144" bIns="9144" anchor="ctr">
            <a:spAutoFit/>
          </a:bodyPr>
          <a:lstStyle/>
          <a:p>
            <a:pPr algn="l">
              <a:spcBef>
                <a:spcPts val="0"/>
              </a:spcBef>
              <a:spcAft>
                <a:spcPts val="0"/>
              </a:spcAft>
            </a:pPr>
            <a:r>
              <a:rPr sz="900" b="0" i="0">
                <a:solidFill>
                  <a:srgbClr val="8A929B"/>
                </a:solidFill>
                <a:latin typeface="Arial"/>
              </a:rPr>
              <a:t>Source: book.agentic-swe.dev/chapter_2.html  •  Sections 2.1–2.3</a:t>
            </a:r>
          </a:p>
        </p:txBody>
      </p:sp>
      <p:sp>
        <p:nvSpPr>
          <p:cNvPr id="8" name="TextBox 7"/>
          <p:cNvSpPr txBox="1"/>
          <p:nvPr/>
        </p:nvSpPr>
        <p:spPr>
          <a:xfrm>
            <a:off x="10991088" y="6345936"/>
            <a:ext cx="640080" cy="256032"/>
          </a:xfrm>
          <a:prstGeom prst="rect">
            <a:avLst/>
          </a:prstGeom>
          <a:noFill/>
        </p:spPr>
        <p:txBody>
          <a:bodyPr wrap="square" lIns="9144" rIns="9144" tIns="9144" bIns="9144" anchor="ctr">
            <a:spAutoFit/>
          </a:bodyPr>
          <a:lstStyle/>
          <a:p>
            <a:pPr algn="r">
              <a:spcBef>
                <a:spcPts val="0"/>
              </a:spcBef>
              <a:spcAft>
                <a:spcPts val="0"/>
              </a:spcAft>
            </a:pPr>
            <a:r>
              <a:rPr sz="900" b="0" i="0">
                <a:solidFill>
                  <a:srgbClr val="69747D"/>
                </a:solidFill>
                <a:latin typeface="Arial"/>
              </a:rPr>
              <a:t>15 / 15</a:t>
            </a:r>
          </a:p>
        </p:txBody>
      </p:sp>
      <p:sp>
        <p:nvSpPr>
          <p:cNvPr id="9" name="Rounded Rectangle 8"/>
          <p:cNvSpPr/>
          <p:nvPr/>
        </p:nvSpPr>
        <p:spPr>
          <a:xfrm>
            <a:off x="1019556" y="1933956"/>
            <a:ext cx="10204704" cy="102412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78408" y="1883664"/>
            <a:ext cx="10204704" cy="102412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52728" y="2121408"/>
            <a:ext cx="521207" cy="521207"/>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52728" y="2121408"/>
            <a:ext cx="521207" cy="521207"/>
          </a:xfrm>
          <a:prstGeom prst="rect">
            <a:avLst/>
          </a:prstGeom>
          <a:noFill/>
        </p:spPr>
        <p:txBody>
          <a:bodyPr wrap="square" lIns="9144" rIns="9144" tIns="9144" bIns="9144" anchor="ctr">
            <a:spAutoFit/>
          </a:bodyPr>
          <a:lstStyle/>
          <a:p>
            <a:pPr algn="ctr">
              <a:spcBef>
                <a:spcPts val="0"/>
              </a:spcBef>
              <a:spcAft>
                <a:spcPts val="0"/>
              </a:spcAft>
            </a:pPr>
            <a:r>
              <a:rPr sz="2000" b="1" i="0">
                <a:solidFill>
                  <a:srgbClr val="FFFFFF"/>
                </a:solidFill>
                <a:latin typeface="Arial"/>
              </a:rPr>
              <a:t>1</a:t>
            </a:r>
          </a:p>
        </p:txBody>
      </p:sp>
      <p:sp>
        <p:nvSpPr>
          <p:cNvPr id="13" name="TextBox 12"/>
          <p:cNvSpPr txBox="1"/>
          <p:nvPr/>
        </p:nvSpPr>
        <p:spPr>
          <a:xfrm>
            <a:off x="2057400" y="2039112"/>
            <a:ext cx="4690872" cy="384048"/>
          </a:xfrm>
          <a:prstGeom prst="rect">
            <a:avLst/>
          </a:prstGeom>
          <a:noFill/>
        </p:spPr>
        <p:txBody>
          <a:bodyPr wrap="square" lIns="9144" rIns="9144" tIns="9144" bIns="9144" anchor="ctr">
            <a:spAutoFit/>
          </a:bodyPr>
          <a:lstStyle/>
          <a:p>
            <a:pPr algn="l">
              <a:spcBef>
                <a:spcPts val="0"/>
              </a:spcBef>
              <a:spcAft>
                <a:spcPts val="0"/>
              </a:spcAft>
            </a:pPr>
            <a:r>
              <a:rPr sz="2000" b="1" i="0">
                <a:solidFill>
                  <a:srgbClr val="174877"/>
                </a:solidFill>
                <a:latin typeface="Arial"/>
              </a:rPr>
              <a:t>Discover real needs</a:t>
            </a:r>
          </a:p>
        </p:txBody>
      </p:sp>
      <p:sp>
        <p:nvSpPr>
          <p:cNvPr id="14" name="TextBox 13"/>
          <p:cNvSpPr txBox="1"/>
          <p:nvPr/>
        </p:nvSpPr>
        <p:spPr>
          <a:xfrm>
            <a:off x="6775704" y="2130552"/>
            <a:ext cx="4041648" cy="283464"/>
          </a:xfrm>
          <a:prstGeom prst="rect">
            <a:avLst/>
          </a:prstGeom>
          <a:noFill/>
        </p:spPr>
        <p:txBody>
          <a:bodyPr wrap="square" lIns="9144" rIns="9144" tIns="9144" bIns="9144" anchor="ctr">
            <a:spAutoFit/>
          </a:bodyPr>
          <a:lstStyle/>
          <a:p>
            <a:pPr algn="l">
              <a:spcBef>
                <a:spcPts val="0"/>
              </a:spcBef>
              <a:spcAft>
                <a:spcPts val="0"/>
              </a:spcAft>
            </a:pPr>
            <a:r>
              <a:rPr sz="1480" b="0" i="0">
                <a:solidFill>
                  <a:srgbClr val="233039"/>
                </a:solidFill>
                <a:latin typeface="Arial"/>
              </a:rPr>
              <a:t>Talk, observe, and validate.</a:t>
            </a:r>
          </a:p>
        </p:txBody>
      </p:sp>
      <p:sp>
        <p:nvSpPr>
          <p:cNvPr id="15" name="Rounded Rectangle 14"/>
          <p:cNvSpPr/>
          <p:nvPr/>
        </p:nvSpPr>
        <p:spPr>
          <a:xfrm>
            <a:off x="1019556" y="3159252"/>
            <a:ext cx="10204704" cy="102412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78408" y="3108960"/>
            <a:ext cx="10204704" cy="102412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252728" y="3346704"/>
            <a:ext cx="521207" cy="521207"/>
          </a:xfrm>
          <a:prstGeom prst="ellipse">
            <a:avLst/>
          </a:prstGeom>
          <a:solidFill>
            <a:srgbClr val="1748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52728" y="3346704"/>
            <a:ext cx="521207" cy="521207"/>
          </a:xfrm>
          <a:prstGeom prst="rect">
            <a:avLst/>
          </a:prstGeom>
          <a:noFill/>
        </p:spPr>
        <p:txBody>
          <a:bodyPr wrap="square" lIns="9144" rIns="9144" tIns="9144" bIns="9144" anchor="ctr">
            <a:spAutoFit/>
          </a:bodyPr>
          <a:lstStyle/>
          <a:p>
            <a:pPr algn="ctr">
              <a:spcBef>
                <a:spcPts val="0"/>
              </a:spcBef>
              <a:spcAft>
                <a:spcPts val="0"/>
              </a:spcAft>
            </a:pPr>
            <a:r>
              <a:rPr sz="2000" b="1" i="0">
                <a:solidFill>
                  <a:srgbClr val="FFFFFF"/>
                </a:solidFill>
                <a:latin typeface="Arial"/>
              </a:rPr>
              <a:t>2</a:t>
            </a:r>
          </a:p>
        </p:txBody>
      </p:sp>
      <p:sp>
        <p:nvSpPr>
          <p:cNvPr id="19" name="TextBox 18"/>
          <p:cNvSpPr txBox="1"/>
          <p:nvPr/>
        </p:nvSpPr>
        <p:spPr>
          <a:xfrm>
            <a:off x="2057400" y="3264408"/>
            <a:ext cx="4690872" cy="384048"/>
          </a:xfrm>
          <a:prstGeom prst="rect">
            <a:avLst/>
          </a:prstGeom>
          <a:noFill/>
        </p:spPr>
        <p:txBody>
          <a:bodyPr wrap="square" lIns="9144" rIns="9144" tIns="9144" bIns="9144" anchor="ctr">
            <a:spAutoFit/>
          </a:bodyPr>
          <a:lstStyle/>
          <a:p>
            <a:pPr algn="l">
              <a:spcBef>
                <a:spcPts val="0"/>
              </a:spcBef>
              <a:spcAft>
                <a:spcPts val="0"/>
              </a:spcAft>
            </a:pPr>
            <a:r>
              <a:rPr sz="2000" b="1" i="0">
                <a:solidFill>
                  <a:srgbClr val="174877"/>
                </a:solidFill>
                <a:latin typeface="Arial"/>
              </a:rPr>
              <a:t>Write clear behavior</a:t>
            </a:r>
          </a:p>
        </p:txBody>
      </p:sp>
      <p:sp>
        <p:nvSpPr>
          <p:cNvPr id="20" name="TextBox 19"/>
          <p:cNvSpPr txBox="1"/>
          <p:nvPr/>
        </p:nvSpPr>
        <p:spPr>
          <a:xfrm>
            <a:off x="6775704" y="3355848"/>
            <a:ext cx="4041648" cy="283464"/>
          </a:xfrm>
          <a:prstGeom prst="rect">
            <a:avLst/>
          </a:prstGeom>
          <a:noFill/>
        </p:spPr>
        <p:txBody>
          <a:bodyPr wrap="square" lIns="9144" rIns="9144" tIns="9144" bIns="9144" anchor="ctr">
            <a:spAutoFit/>
          </a:bodyPr>
          <a:lstStyle/>
          <a:p>
            <a:pPr algn="l">
              <a:spcBef>
                <a:spcPts val="0"/>
              </a:spcBef>
              <a:spcAft>
                <a:spcPts val="0"/>
              </a:spcAft>
            </a:pPr>
            <a:r>
              <a:rPr sz="1480" b="0" i="0">
                <a:solidFill>
                  <a:srgbClr val="233039"/>
                </a:solidFill>
                <a:latin typeface="Arial"/>
              </a:rPr>
              <a:t>Define specific system actions.</a:t>
            </a:r>
          </a:p>
        </p:txBody>
      </p:sp>
      <p:sp>
        <p:nvSpPr>
          <p:cNvPr id="21" name="Rounded Rectangle 20"/>
          <p:cNvSpPr/>
          <p:nvPr/>
        </p:nvSpPr>
        <p:spPr>
          <a:xfrm>
            <a:off x="1019556" y="4384548"/>
            <a:ext cx="10204704" cy="1024128"/>
          </a:xfrm>
          <a:prstGeom prst="roundRect">
            <a:avLst>
              <a:gd name="adj" fmla="val 15000"/>
            </a:avLst>
          </a:prstGeom>
          <a:solidFill>
            <a:srgbClr val="D1D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8408" y="4334256"/>
            <a:ext cx="10204704" cy="1024128"/>
          </a:xfrm>
          <a:prstGeom prst="roundRect">
            <a:avLst>
              <a:gd name="adj" fmla="val 13000"/>
            </a:avLst>
          </a:prstGeom>
          <a:solidFill>
            <a:srgbClr val="FFFFFF"/>
          </a:solidFill>
          <a:ln w="12700">
            <a:solidFill>
              <a:srgbClr val="E3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252728" y="4572000"/>
            <a:ext cx="521207" cy="521207"/>
          </a:xfrm>
          <a:prstGeom prst="ellipse">
            <a:avLst/>
          </a:prstGeom>
          <a:solidFill>
            <a:srgbClr val="CE1C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52728" y="4572000"/>
            <a:ext cx="521207" cy="521207"/>
          </a:xfrm>
          <a:prstGeom prst="rect">
            <a:avLst/>
          </a:prstGeom>
          <a:noFill/>
        </p:spPr>
        <p:txBody>
          <a:bodyPr wrap="square" lIns="9144" rIns="9144" tIns="9144" bIns="9144" anchor="ctr">
            <a:spAutoFit/>
          </a:bodyPr>
          <a:lstStyle/>
          <a:p>
            <a:pPr algn="ctr">
              <a:spcBef>
                <a:spcPts val="0"/>
              </a:spcBef>
              <a:spcAft>
                <a:spcPts val="0"/>
              </a:spcAft>
            </a:pPr>
            <a:r>
              <a:rPr sz="2000" b="1" i="0">
                <a:solidFill>
                  <a:srgbClr val="FFFFFF"/>
                </a:solidFill>
                <a:latin typeface="Arial"/>
              </a:rPr>
              <a:t>3</a:t>
            </a:r>
          </a:p>
        </p:txBody>
      </p:sp>
      <p:sp>
        <p:nvSpPr>
          <p:cNvPr id="25" name="TextBox 24"/>
          <p:cNvSpPr txBox="1"/>
          <p:nvPr/>
        </p:nvSpPr>
        <p:spPr>
          <a:xfrm>
            <a:off x="2057400" y="4489704"/>
            <a:ext cx="4690872" cy="384048"/>
          </a:xfrm>
          <a:prstGeom prst="rect">
            <a:avLst/>
          </a:prstGeom>
          <a:noFill/>
        </p:spPr>
        <p:txBody>
          <a:bodyPr wrap="square" lIns="9144" rIns="9144" tIns="9144" bIns="9144" anchor="ctr">
            <a:spAutoFit/>
          </a:bodyPr>
          <a:lstStyle/>
          <a:p>
            <a:pPr algn="l">
              <a:spcBef>
                <a:spcPts val="0"/>
              </a:spcBef>
              <a:spcAft>
                <a:spcPts val="0"/>
              </a:spcAft>
            </a:pPr>
            <a:r>
              <a:rPr sz="2000" b="1" i="0">
                <a:solidFill>
                  <a:srgbClr val="174877"/>
                </a:solidFill>
                <a:latin typeface="Arial"/>
              </a:rPr>
              <a:t>Define system quality</a:t>
            </a:r>
          </a:p>
        </p:txBody>
      </p:sp>
      <p:sp>
        <p:nvSpPr>
          <p:cNvPr id="26" name="TextBox 25"/>
          <p:cNvSpPr txBox="1"/>
          <p:nvPr/>
        </p:nvSpPr>
        <p:spPr>
          <a:xfrm>
            <a:off x="6775704" y="4581144"/>
            <a:ext cx="4041648" cy="283464"/>
          </a:xfrm>
          <a:prstGeom prst="rect">
            <a:avLst/>
          </a:prstGeom>
          <a:noFill/>
        </p:spPr>
        <p:txBody>
          <a:bodyPr wrap="square" lIns="9144" rIns="9144" tIns="9144" bIns="9144" anchor="ctr">
            <a:spAutoFit/>
          </a:bodyPr>
          <a:lstStyle/>
          <a:p>
            <a:pPr algn="l">
              <a:spcBef>
                <a:spcPts val="0"/>
              </a:spcBef>
              <a:spcAft>
                <a:spcPts val="0"/>
              </a:spcAft>
            </a:pPr>
            <a:r>
              <a:rPr sz="1480" b="0" i="0">
                <a:solidFill>
                  <a:srgbClr val="233039"/>
                </a:solidFill>
                <a:latin typeface="Arial"/>
              </a:rPr>
              <a:t>Use measurable targets.</a:t>
            </a:r>
          </a:p>
        </p:txBody>
      </p:sp>
      <p:sp>
        <p:nvSpPr>
          <p:cNvPr id="27" name="TextBox 26"/>
          <p:cNvSpPr txBox="1"/>
          <p:nvPr/>
        </p:nvSpPr>
        <p:spPr>
          <a:xfrm>
            <a:off x="3977639" y="5833872"/>
            <a:ext cx="4251960" cy="283464"/>
          </a:xfrm>
          <a:prstGeom prst="rect">
            <a:avLst/>
          </a:prstGeom>
          <a:noFill/>
        </p:spPr>
        <p:txBody>
          <a:bodyPr wrap="square" lIns="9144" rIns="9144" tIns="9144" bIns="9144" anchor="ctr">
            <a:spAutoFit/>
          </a:bodyPr>
          <a:lstStyle/>
          <a:p>
            <a:pPr algn="ctr">
              <a:spcBef>
                <a:spcPts val="0"/>
              </a:spcBef>
              <a:spcAft>
                <a:spcPts val="0"/>
              </a:spcAft>
            </a:pPr>
            <a:r>
              <a:rPr sz="2200" b="1" i="0">
                <a:solidFill>
                  <a:srgbClr val="CE1C29"/>
                </a:solidFill>
                <a:latin typeface="Arial"/>
              </a:rPr>
              <a:t>Thank you!</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7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7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2026-07-23T07:23:44Z</dcterms:created>
  <dc:creator/>
  <dc:title>Requirements Engineering and Specification (2.1–2.3) | COMP5320 Template</dc:title>
  <dc:subject>Presentation adapted to the uploaded COMP5320 Slide Template</dc:subject>
</cp:coreProperties>
</file>